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8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36"/>
    <p:restoredTop sz="97030"/>
  </p:normalViewPr>
  <p:slideViewPr>
    <p:cSldViewPr snapToGrid="0">
      <p:cViewPr varScale="1">
        <p:scale>
          <a:sx n="122" d="100"/>
          <a:sy n="122" d="100"/>
        </p:scale>
        <p:origin x="20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6F56-8CA5-0CA5-8584-7326839AC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2F0755-A888-093D-EFF6-BBEF5A896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26E38-230C-ECAE-1CD6-16E1D7E2F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11/8/23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C5CFE-7E98-811B-03EB-AB137FA53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B99EE-EDC9-354B-B0F1-8E376665F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75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2B893-8505-5F8B-52BE-D2F0FDA0F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76351-E0C9-1F79-4841-A57D7DDEA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58CB3-8468-B2CC-3B24-7CD009E3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11/8/23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94E10-27C9-62C1-8F9F-27E97EFD0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695A6-3F6F-69C8-5FA1-616D87F5B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62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8B52A-530C-67DC-A8BD-E9B5D8326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7A9B8-5DCB-831E-D1C1-2FE7DB8DB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9FE9D-D043-05F7-A742-253D4F734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11/8/23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28B9B-E848-D495-7037-10604F45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CC432-2F25-B50C-7712-4E6E190E5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94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00FC4-6A44-FFC2-3514-B9F4631B1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0EE8C-3FF7-ECB9-61DA-053629043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03460-A0A9-4473-900E-6D616AA78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328B2-CCC0-4CF4-C062-0913233F2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11/8/23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918D8-98EC-FD49-2AE0-0F7FE32E8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AD24F-0C43-D1E1-BC00-B335A0F4F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7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B4D92-A852-62E6-833B-6EC2FAB97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169AF-EF0F-824C-A7F1-9622F59D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A40F1-5BB8-59CA-FED0-0C00744FC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4B865A-2C47-CE09-318F-52DC0A3E0E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E91E76-8323-3274-230E-BBDCDBEE1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F2E137-B350-BDFE-3BB0-992E696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11/8/23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28F05C-1322-4799-8AB7-400CCE985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7EF6B3-0087-4A7E-8D2E-C2ECBF08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01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EDEFA-3211-CEA3-5086-8738CC5E3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FA927-D0E8-6287-FA45-2D834C986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11/8/23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A5311-E59A-9E8B-33CE-9F0AF588D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0EE42-B684-6DE0-6606-1D85217C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5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7D1EB0-C3E7-53CB-2C49-7F313CDCA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11/8/23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4FC0C7-E868-82F1-E3EA-46AEBD26E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90565-B84E-57D8-E7A0-45E070BE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911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6D080-4C49-FC8F-F2A7-5FD6CBB55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BE86B-3016-B1B8-16BA-F4324DBC0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2BEF5-B489-72CB-43C3-464150F2C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71205-C4CD-D2E8-6D0A-591E9B8E4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11/8/23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9E0BD-B736-0DB6-9C7E-152F77F32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2997D-C762-CA80-051A-18602A34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23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CFE06-5DD1-5133-166B-0A427D574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A40CAD-9CA8-3C72-82E8-0F38D7677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86AF4-9326-A991-4317-53C37A8B9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EE545-A113-8AC7-6452-96A83D695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11/8/23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8BADB-AD4A-87C4-A05B-AF053D2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5C5FC-914F-9085-2BDE-1BC251E19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7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B369-C976-F96C-7B15-3140BC376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92285-550B-2962-FDC9-10FA005E4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11B9D-F24D-4754-9CC8-FD2291CD3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11/8/23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3698A-3778-E2BB-6577-89D176B5C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40B47-6179-CA3B-202E-7FE445E84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85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861D6-12A7-F75A-71A7-D098538494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4EFE4-5F64-0778-62F9-FED206B60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07DB1-9327-593A-650D-3A82E56A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6AE3B-695F-1F46-81C0-299BB4D09AA0}" type="datetimeFigureOut">
              <a:rPr lang="en-US" smtClean="0"/>
              <a:t>11/8/23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2EF01-9FDF-2471-3B43-AEF35ED90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5DEF5-48EA-5742-7B88-8150A8BF4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24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D9CCD8-61E8-A5BC-9AF2-507FB11DF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EE0A9-A9EC-04AD-72F1-74906104B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C2431-7712-50FD-2BD0-E6EFE3BCA0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6AE3B-695F-1F46-81C0-299BB4D09AA0}" type="datetimeFigureOut">
              <a:rPr lang="en-US" smtClean="0"/>
              <a:t>11/8/23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BAAD3-104B-113F-7CBB-0C17DF023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27F89-87EC-C438-BEF0-8CEC9FC64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E7F55-D40F-824E-9BD1-3481AAE17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4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een check mark on a grey background&#10;&#10;Description automatically generated">
            <a:extLst>
              <a:ext uri="{FF2B5EF4-FFF2-40B4-BE49-F238E27FC236}">
                <a16:creationId xmlns:a16="http://schemas.microsoft.com/office/drawing/2014/main" id="{87DE780D-A541-C03E-276D-137522E0DA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91" t="15087" r="12450" b="22936"/>
          <a:stretch/>
        </p:blipFill>
        <p:spPr>
          <a:xfrm>
            <a:off x="1636546" y="4468382"/>
            <a:ext cx="2991981" cy="18900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C0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 descr="A computer screen shot&#10;&#10;Description automatically generated">
            <a:extLst>
              <a:ext uri="{FF2B5EF4-FFF2-40B4-BE49-F238E27FC236}">
                <a16:creationId xmlns:a16="http://schemas.microsoft.com/office/drawing/2014/main" id="{CE748973-DB19-1F36-06EA-A00DD6EF14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58" t="18357" r="18046" b="25816"/>
          <a:stretch/>
        </p:blipFill>
        <p:spPr>
          <a:xfrm>
            <a:off x="4934982" y="4521870"/>
            <a:ext cx="2888342" cy="18190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C0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 descr="A white cross on a gray background&#10;&#10;Description automatically generated">
            <a:extLst>
              <a:ext uri="{FF2B5EF4-FFF2-40B4-BE49-F238E27FC236}">
                <a16:creationId xmlns:a16="http://schemas.microsoft.com/office/drawing/2014/main" id="{DF3903F6-7D53-E81E-35BC-8157E5B09F4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20" t="7420" r="2620" b="4981"/>
          <a:stretch/>
        </p:blipFill>
        <p:spPr>
          <a:xfrm>
            <a:off x="3357531" y="2817413"/>
            <a:ext cx="2848448" cy="18900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C0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A grey background with white text&#10;&#10;Description automatically generated">
            <a:extLst>
              <a:ext uri="{FF2B5EF4-FFF2-40B4-BE49-F238E27FC236}">
                <a16:creationId xmlns:a16="http://schemas.microsoft.com/office/drawing/2014/main" id="{26C09DD8-82A5-07EE-F5CF-AA7E0874ED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8482" y="1485177"/>
            <a:ext cx="2848448" cy="19438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C0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A computer and a keyboard&#10;&#10;Description automatically generated with medium confidence">
            <a:extLst>
              <a:ext uri="{FF2B5EF4-FFF2-40B4-BE49-F238E27FC236}">
                <a16:creationId xmlns:a16="http://schemas.microsoft.com/office/drawing/2014/main" id="{11531E1E-AE63-A3F2-EA09-629A5A60272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378" t="5420" r="2378" b="9853"/>
          <a:stretch/>
        </p:blipFill>
        <p:spPr>
          <a:xfrm>
            <a:off x="1279433" y="206684"/>
            <a:ext cx="2848448" cy="19194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C0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5BC6CFE-D920-5211-7FA1-6BEECEC4CBB5}"/>
              </a:ext>
            </a:extLst>
          </p:cNvPr>
          <p:cNvGrpSpPr/>
          <p:nvPr/>
        </p:nvGrpSpPr>
        <p:grpSpPr>
          <a:xfrm>
            <a:off x="4463098" y="206684"/>
            <a:ext cx="3360226" cy="995434"/>
            <a:chOff x="3514264" y="206684"/>
            <a:chExt cx="3360226" cy="99543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4E44D73-B6A8-8678-CF30-A255CB44E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14264" y="206684"/>
              <a:ext cx="1027916" cy="99067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C00000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49" name="Picture 48" descr="A grey square with a person's head&#10;&#10;Description automatically generated">
              <a:extLst>
                <a:ext uri="{FF2B5EF4-FFF2-40B4-BE49-F238E27FC236}">
                  <a16:creationId xmlns:a16="http://schemas.microsoft.com/office/drawing/2014/main" id="{0284D48B-ABAB-E483-5B47-5F312FEC9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17835" y="206684"/>
              <a:ext cx="982991" cy="995434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C00000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52" name="Picture 51" descr="A person with a smile on his face&#10;&#10;Description automatically generated">
              <a:extLst>
                <a:ext uri="{FF2B5EF4-FFF2-40B4-BE49-F238E27FC236}">
                  <a16:creationId xmlns:a16="http://schemas.microsoft.com/office/drawing/2014/main" id="{BDD6B4C0-B9C9-D409-4C71-06AFF4C47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883817" y="206684"/>
              <a:ext cx="990673" cy="99067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C00000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3944838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Avi Dachs</dc:creator>
  <cp:lastModifiedBy>Avi Dachs</cp:lastModifiedBy>
  <cp:revision>2</cp:revision>
  <dcterms:created xsi:type="dcterms:W3CDTF">2023-10-26T17:30:25Z</dcterms:created>
  <dcterms:modified xsi:type="dcterms:W3CDTF">2023-11-08T14:29:37Z</dcterms:modified>
</cp:coreProperties>
</file>