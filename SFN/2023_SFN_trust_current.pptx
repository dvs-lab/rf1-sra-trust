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comments/modernComment_100_0.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3"/>
  </p:sldMasterIdLst>
  <p:notesMasterIdLst>
    <p:notesMasterId r:id="rId8"/>
  </p:notesMasterIdLst>
  <p:handoutMasterIdLst>
    <p:handoutMasterId r:id="rId9"/>
  </p:handoutMasterIdLst>
  <p:sldIdLst>
    <p:sldId id="256" r:id="rId4"/>
    <p:sldId id="257" r:id="rId5"/>
    <p:sldId id="260" r:id="rId6"/>
    <p:sldId id="261" r:id="rId7"/>
  </p:sldIdLst>
  <p:sldSz cx="43891200" cy="32918400"/>
  <p:notesSz cx="7023100" cy="9309100"/>
  <p:defaultTextStyle>
    <a:defPPr>
      <a:defRPr lang="en-US"/>
    </a:defPPr>
    <a:lvl1pPr algn="l" rtl="0" eaLnBrk="0" fontAlgn="base" hangingPunct="0">
      <a:spcBef>
        <a:spcPct val="0"/>
      </a:spcBef>
      <a:spcAft>
        <a:spcPct val="0"/>
      </a:spcAft>
      <a:defRPr kern="1200">
        <a:solidFill>
          <a:schemeClr val="tx1"/>
        </a:solidFill>
        <a:latin typeface="Helvetica" panose="020B0604020202020204" pitchFamily="34" charset="0"/>
        <a:ea typeface="MS PGothic" panose="020B0600070205080204" pitchFamily="34" charset="-128"/>
        <a:cs typeface="+mn-cs"/>
      </a:defRPr>
    </a:lvl1pPr>
    <a:lvl2pPr marL="453154" indent="-62200" algn="l" rtl="0" eaLnBrk="0" fontAlgn="base" hangingPunct="0">
      <a:spcBef>
        <a:spcPct val="0"/>
      </a:spcBef>
      <a:spcAft>
        <a:spcPct val="0"/>
      </a:spcAft>
      <a:defRPr kern="1200">
        <a:solidFill>
          <a:schemeClr val="tx1"/>
        </a:solidFill>
        <a:latin typeface="Helvetica" panose="020B0604020202020204" pitchFamily="34" charset="0"/>
        <a:ea typeface="MS PGothic" panose="020B0600070205080204" pitchFamily="34" charset="-128"/>
        <a:cs typeface="+mn-cs"/>
      </a:defRPr>
    </a:lvl2pPr>
    <a:lvl3pPr marL="912229" indent="-127357" algn="l" rtl="0" eaLnBrk="0" fontAlgn="base" hangingPunct="0">
      <a:spcBef>
        <a:spcPct val="0"/>
      </a:spcBef>
      <a:spcAft>
        <a:spcPct val="0"/>
      </a:spcAft>
      <a:defRPr kern="1200">
        <a:solidFill>
          <a:schemeClr val="tx1"/>
        </a:solidFill>
        <a:latin typeface="Helvetica" panose="020B0604020202020204" pitchFamily="34" charset="0"/>
        <a:ea typeface="MS PGothic" panose="020B0600070205080204" pitchFamily="34" charset="-128"/>
        <a:cs typeface="+mn-cs"/>
      </a:defRPr>
    </a:lvl3pPr>
    <a:lvl4pPr marL="1368346" indent="-192519" algn="l" rtl="0" eaLnBrk="0" fontAlgn="base" hangingPunct="0">
      <a:spcBef>
        <a:spcPct val="0"/>
      </a:spcBef>
      <a:spcAft>
        <a:spcPct val="0"/>
      </a:spcAft>
      <a:defRPr kern="1200">
        <a:solidFill>
          <a:schemeClr val="tx1"/>
        </a:solidFill>
        <a:latin typeface="Helvetica" panose="020B0604020202020204" pitchFamily="34" charset="0"/>
        <a:ea typeface="MS PGothic" panose="020B0600070205080204" pitchFamily="34" charset="-128"/>
        <a:cs typeface="+mn-cs"/>
      </a:defRPr>
    </a:lvl4pPr>
    <a:lvl5pPr marL="1824462" indent="-257677" algn="l" rtl="0" eaLnBrk="0" fontAlgn="base" hangingPunct="0">
      <a:spcBef>
        <a:spcPct val="0"/>
      </a:spcBef>
      <a:spcAft>
        <a:spcPct val="0"/>
      </a:spcAft>
      <a:defRPr kern="1200">
        <a:solidFill>
          <a:schemeClr val="tx1"/>
        </a:solidFill>
        <a:latin typeface="Helvetica" panose="020B0604020202020204" pitchFamily="34" charset="0"/>
        <a:ea typeface="MS PGothic" panose="020B0600070205080204" pitchFamily="34" charset="-128"/>
        <a:cs typeface="+mn-cs"/>
      </a:defRPr>
    </a:lvl5pPr>
    <a:lvl6pPr marL="4264975" algn="l" defTabSz="1705991" rtl="0" eaLnBrk="1" latinLnBrk="0" hangingPunct="1">
      <a:defRPr kern="1200">
        <a:solidFill>
          <a:schemeClr val="tx1"/>
        </a:solidFill>
        <a:latin typeface="Helvetica" panose="020B0604020202020204" pitchFamily="34" charset="0"/>
        <a:ea typeface="MS PGothic" panose="020B0600070205080204" pitchFamily="34" charset="-128"/>
        <a:cs typeface="+mn-cs"/>
      </a:defRPr>
    </a:lvl6pPr>
    <a:lvl7pPr marL="5117969" algn="l" defTabSz="1705991" rtl="0" eaLnBrk="1" latinLnBrk="0" hangingPunct="1">
      <a:defRPr kern="1200">
        <a:solidFill>
          <a:schemeClr val="tx1"/>
        </a:solidFill>
        <a:latin typeface="Helvetica" panose="020B0604020202020204" pitchFamily="34" charset="0"/>
        <a:ea typeface="MS PGothic" panose="020B0600070205080204" pitchFamily="34" charset="-128"/>
        <a:cs typeface="+mn-cs"/>
      </a:defRPr>
    </a:lvl7pPr>
    <a:lvl8pPr marL="5970966" algn="l" defTabSz="1705991" rtl="0" eaLnBrk="1" latinLnBrk="0" hangingPunct="1">
      <a:defRPr kern="1200">
        <a:solidFill>
          <a:schemeClr val="tx1"/>
        </a:solidFill>
        <a:latin typeface="Helvetica" panose="020B0604020202020204" pitchFamily="34" charset="0"/>
        <a:ea typeface="MS PGothic" panose="020B0600070205080204" pitchFamily="34" charset="-128"/>
        <a:cs typeface="+mn-cs"/>
      </a:defRPr>
    </a:lvl8pPr>
    <a:lvl9pPr marL="6823959" algn="l" defTabSz="1705991" rtl="0" eaLnBrk="1" latinLnBrk="0" hangingPunct="1">
      <a:defRPr kern="1200">
        <a:solidFill>
          <a:schemeClr val="tx1"/>
        </a:solidFill>
        <a:latin typeface="Helvetica" panose="020B0604020202020204" pitchFamily="34" charset="0"/>
        <a:ea typeface="MS PGothic" panose="020B0600070205080204" pitchFamily="34" charset="-128"/>
        <a:cs typeface="+mn-cs"/>
      </a:defRPr>
    </a:lvl9pPr>
  </p:defaultTextStyle>
  <p:extLst>
    <p:ext uri="{EFAFB233-063F-42B5-8137-9DF3F51BA10A}">
      <p15:sldGuideLst xmlns:p15="http://schemas.microsoft.com/office/powerpoint/2012/main">
        <p15:guide id="1" orient="horz" pos="10368" userDrawn="1">
          <p15:clr>
            <a:srgbClr val="A4A3A4"/>
          </p15:clr>
        </p15:guide>
        <p15:guide id="2" pos="13824"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65E78F60-8CE4-956A-0128-6E549761F19F}" name="Avi Dachs" initials="AD" userId="S::tur74001@temple.edu::87fc8e61-7f3a-4332-ab39-1fb75fe6e669"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Michelle Chiu" initials="MC" lastIdx="2" clrIdx="0">
    <p:extLst>
      <p:ext uri="{19B8F6BF-5375-455C-9EA6-DF929625EA0E}">
        <p15:presenceInfo xmlns:p15="http://schemas.microsoft.com/office/powerpoint/2012/main" userId="S-1-5-21-3496871491-3148157022-986074665-411994" providerId="AD"/>
      </p:ext>
    </p:extLst>
  </p:cmAuthor>
  <p:cmAuthor id="2" name="Dominic Fareri" initials="DF" lastIdx="7" clrIdx="1">
    <p:extLst>
      <p:ext uri="{19B8F6BF-5375-455C-9EA6-DF929625EA0E}">
        <p15:presenceInfo xmlns:p15="http://schemas.microsoft.com/office/powerpoint/2012/main" userId="Dominic Fareri" providerId="None"/>
      </p:ext>
    </p:extLst>
  </p:cmAuthor>
  <p:cmAuthor id="3" name="David V. Smith" initials="DVS" lastIdx="4" clrIdx="2">
    <p:extLst>
      <p:ext uri="{19B8F6BF-5375-455C-9EA6-DF929625EA0E}">
        <p15:presenceInfo xmlns:p15="http://schemas.microsoft.com/office/powerpoint/2012/main" userId="David V. Smith" providerId="None"/>
      </p:ext>
    </p:extLst>
  </p:cmAuthor>
  <p:cmAuthor id="4" name="Katherine Hackett" initials="KH" lastIdx="3" clrIdx="3">
    <p:extLst>
      <p:ext uri="{19B8F6BF-5375-455C-9EA6-DF929625EA0E}">
        <p15:presenceInfo xmlns:p15="http://schemas.microsoft.com/office/powerpoint/2012/main" userId="S::tug90253@temple.edu::140e704c-c617-467c-a834-32d4bb446dd5"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prnPr scaleToFitPaper="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3CB9F"/>
    <a:srgbClr val="95CB8F"/>
    <a:srgbClr val="79CB7A"/>
    <a:srgbClr val="FAF86D"/>
    <a:srgbClr val="848484"/>
    <a:srgbClr val="E4E0BA"/>
    <a:srgbClr val="D8E3C1"/>
    <a:srgbClr val="EF544A"/>
    <a:srgbClr val="BDE4CB"/>
    <a:srgbClr val="F2DD7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306799F8-075E-4A3A-A7F6-7FBC6576F1A4}" styleName="Themed Style 2 - Accent 3">
    <a:tblBg>
      <a:fillRef idx="3">
        <a:schemeClr val="accent3"/>
      </a:fillRef>
      <a:effectRef idx="3">
        <a:schemeClr val="accent3"/>
      </a:effectRef>
    </a:tblBg>
    <a:wholeTbl>
      <a:tcTxStyle>
        <a:fontRef idx="minor">
          <a:scrgbClr r="0" g="0" b="0"/>
        </a:fontRef>
        <a:schemeClr val="lt1"/>
      </a:tcTxStyle>
      <a:tcStyle>
        <a:tcBdr>
          <a:left>
            <a:lnRef idx="1">
              <a:schemeClr val="accent3">
                <a:tint val="50000"/>
              </a:schemeClr>
            </a:lnRef>
          </a:left>
          <a:right>
            <a:lnRef idx="1">
              <a:schemeClr val="accent3">
                <a:tint val="50000"/>
              </a:schemeClr>
            </a:lnRef>
          </a:right>
          <a:top>
            <a:lnRef idx="1">
              <a:schemeClr val="accent3">
                <a:tint val="50000"/>
              </a:schemeClr>
            </a:lnRef>
          </a:top>
          <a:bottom>
            <a:lnRef idx="1">
              <a:schemeClr val="accent3">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738"/>
    <p:restoredTop sz="94648"/>
  </p:normalViewPr>
  <p:slideViewPr>
    <p:cSldViewPr snapToGrid="0">
      <p:cViewPr varScale="1">
        <p:scale>
          <a:sx n="24" d="100"/>
          <a:sy n="24" d="100"/>
        </p:scale>
        <p:origin x="480" y="240"/>
      </p:cViewPr>
      <p:guideLst>
        <p:guide orient="horz" pos="10368"/>
        <p:guide pos="13824"/>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13" Type="http://schemas.openxmlformats.org/officeDocument/2006/relationships/theme" Target="theme/theme1.xml"/><Relationship Id="rId3" Type="http://schemas.openxmlformats.org/officeDocument/2006/relationships/slideMaster" Target="slideMasters/slideMaster1.xml"/><Relationship Id="rId7" Type="http://schemas.openxmlformats.org/officeDocument/2006/relationships/slide" Target="slides/slide4.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slide" Target="slides/slide3.xml"/><Relationship Id="rId11" Type="http://schemas.openxmlformats.org/officeDocument/2006/relationships/presProps" Target="presProps.xml"/><Relationship Id="rId5" Type="http://schemas.openxmlformats.org/officeDocument/2006/relationships/slide" Target="slides/slide2.xml"/><Relationship Id="rId15" Type="http://schemas.microsoft.com/office/2018/10/relationships/authors" Target="authors.xml"/><Relationship Id="rId10" Type="http://schemas.openxmlformats.org/officeDocument/2006/relationships/commentAuthors" Target="commentAuthors.xml"/><Relationship Id="rId4" Type="http://schemas.openxmlformats.org/officeDocument/2006/relationships/slide" Target="slides/slide1.xml"/><Relationship Id="rId9" Type="http://schemas.openxmlformats.org/officeDocument/2006/relationships/handoutMaster" Target="handoutMasters/handoutMaster1.xml"/><Relationship Id="rId14" Type="http://schemas.openxmlformats.org/officeDocument/2006/relationships/tableStyles" Target="tableStyles.xml"/></Relationships>
</file>

<file path=ppt/comments/modernComment_100_0.xml><?xml version="1.0" encoding="utf-8"?>
<p188:cmLst xmlns:a="http://schemas.openxmlformats.org/drawingml/2006/main" xmlns:r="http://schemas.openxmlformats.org/officeDocument/2006/relationships" xmlns:p188="http://schemas.microsoft.com/office/powerpoint/2018/8/main">
  <p188:cm id="{7BFDDBB1-044E-9D49-A06F-A3C869B026F2}" authorId="{65E78F60-8CE4-956A-0128-6E549761F19F}" created="2023-11-09T16:08:01.580">
    <pc:sldMkLst xmlns:pc="http://schemas.microsoft.com/office/powerpoint/2013/main/command">
      <pc:docMk/>
      <pc:sldMk cId="0" sldId="256"/>
    </pc:sldMkLst>
    <p188:replyLst>
      <p188:reply id="{3B9890BE-EE1D-3A49-92EB-1992130D2BCD}" authorId="{65E78F60-8CE4-956A-0128-6E549761F19F}" created="2023-11-09T16:08:57.249">
        <p188:txBody>
          <a:bodyPr/>
          <a:lstStyle/>
          <a:p>
            <a:r>
              <a:rPr lang="en-US"/>
              <a:t>IOS x age</a:t>
            </a:r>
          </a:p>
        </p188:txBody>
      </p188:reply>
    </p188:replyLst>
    <p188:txBody>
      <a:bodyPr/>
      <a:lstStyle/>
      <a:p>
        <a:r>
          <a:rPr lang="en-US"/>
          <a:t>Computer Stranger order 3.</a:t>
        </a:r>
      </a:p>
    </p188:txBody>
  </p188:cm>
</p188:cmLst>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043979" cy="467363"/>
          </a:xfrm>
          <a:prstGeom prst="rect">
            <a:avLst/>
          </a:prstGeom>
        </p:spPr>
        <p:txBody>
          <a:bodyPr vert="horz" wrap="square" lIns="91577" tIns="45789" rIns="91577" bIns="45789" numCol="1" anchor="t" anchorCtr="0" compatLnSpc="1">
            <a:prstTxWarp prst="textNoShape">
              <a:avLst/>
            </a:prstTxWarp>
          </a:bodyPr>
          <a:lstStyle>
            <a:lvl1pPr eaLnBrk="1" hangingPunct="1">
              <a:defRPr sz="1200" smtClean="0">
                <a:latin typeface="Helvetica" charset="0"/>
                <a:ea typeface="MS PGothic" charset="0"/>
                <a:cs typeface="MS PGothic" charset="0"/>
              </a:defRPr>
            </a:lvl1pPr>
          </a:lstStyle>
          <a:p>
            <a:pPr>
              <a:defRPr/>
            </a:pPr>
            <a:endParaRPr lang="en-US"/>
          </a:p>
        </p:txBody>
      </p:sp>
      <p:sp>
        <p:nvSpPr>
          <p:cNvPr id="3" name="Date Placeholder 2"/>
          <p:cNvSpPr>
            <a:spLocks noGrp="1"/>
          </p:cNvSpPr>
          <p:nvPr>
            <p:ph type="dt" sz="quarter" idx="1"/>
          </p:nvPr>
        </p:nvSpPr>
        <p:spPr>
          <a:xfrm>
            <a:off x="3977531" y="0"/>
            <a:ext cx="3043979" cy="467363"/>
          </a:xfrm>
          <a:prstGeom prst="rect">
            <a:avLst/>
          </a:prstGeom>
        </p:spPr>
        <p:txBody>
          <a:bodyPr vert="horz" wrap="square" lIns="91577" tIns="45789" rIns="91577" bIns="45789" numCol="1" anchor="t" anchorCtr="0" compatLnSpc="1">
            <a:prstTxWarp prst="textNoShape">
              <a:avLst/>
            </a:prstTxWarp>
          </a:bodyPr>
          <a:lstStyle>
            <a:lvl1pPr algn="r" eaLnBrk="1" hangingPunct="1">
              <a:defRPr sz="1200"/>
            </a:lvl1pPr>
          </a:lstStyle>
          <a:p>
            <a:fld id="{A12439DB-88A9-47CB-8306-24653602898A}" type="datetimeFigureOut">
              <a:rPr lang="en-US" altLang="en-US"/>
              <a:pPr/>
              <a:t>11/9/23</a:t>
            </a:fld>
            <a:endParaRPr lang="en-US" altLang="en-US"/>
          </a:p>
        </p:txBody>
      </p:sp>
      <p:sp>
        <p:nvSpPr>
          <p:cNvPr id="4" name="Footer Placeholder 3"/>
          <p:cNvSpPr>
            <a:spLocks noGrp="1"/>
          </p:cNvSpPr>
          <p:nvPr>
            <p:ph type="ftr" sz="quarter" idx="2"/>
          </p:nvPr>
        </p:nvSpPr>
        <p:spPr>
          <a:xfrm>
            <a:off x="1" y="8841738"/>
            <a:ext cx="3043979" cy="467363"/>
          </a:xfrm>
          <a:prstGeom prst="rect">
            <a:avLst/>
          </a:prstGeom>
        </p:spPr>
        <p:txBody>
          <a:bodyPr vert="horz" wrap="square" lIns="91577" tIns="45789" rIns="91577" bIns="45789" numCol="1" anchor="b" anchorCtr="0" compatLnSpc="1">
            <a:prstTxWarp prst="textNoShape">
              <a:avLst/>
            </a:prstTxWarp>
          </a:bodyPr>
          <a:lstStyle>
            <a:lvl1pPr eaLnBrk="1" hangingPunct="1">
              <a:defRPr sz="1200" smtClean="0">
                <a:latin typeface="Helvetica" charset="0"/>
                <a:ea typeface="MS PGothic" charset="0"/>
                <a:cs typeface="MS PGothic" charset="0"/>
              </a:defRPr>
            </a:lvl1pPr>
          </a:lstStyle>
          <a:p>
            <a:pPr>
              <a:defRPr/>
            </a:pPr>
            <a:endParaRPr lang="en-US"/>
          </a:p>
        </p:txBody>
      </p:sp>
      <p:sp>
        <p:nvSpPr>
          <p:cNvPr id="5" name="Slide Number Placeholder 4"/>
          <p:cNvSpPr>
            <a:spLocks noGrp="1"/>
          </p:cNvSpPr>
          <p:nvPr>
            <p:ph type="sldNum" sz="quarter" idx="3"/>
          </p:nvPr>
        </p:nvSpPr>
        <p:spPr>
          <a:xfrm>
            <a:off x="3977531" y="8841738"/>
            <a:ext cx="3043979" cy="467363"/>
          </a:xfrm>
          <a:prstGeom prst="rect">
            <a:avLst/>
          </a:prstGeom>
        </p:spPr>
        <p:txBody>
          <a:bodyPr vert="horz" wrap="square" lIns="91577" tIns="45789" rIns="91577" bIns="45789" numCol="1" anchor="b" anchorCtr="0" compatLnSpc="1">
            <a:prstTxWarp prst="textNoShape">
              <a:avLst/>
            </a:prstTxWarp>
          </a:bodyPr>
          <a:lstStyle>
            <a:lvl1pPr algn="r" eaLnBrk="1" hangingPunct="1">
              <a:defRPr sz="1200"/>
            </a:lvl1pPr>
          </a:lstStyle>
          <a:p>
            <a:fld id="{BE2D3955-F8C1-45A6-BC0E-23ADC1AD9BD5}" type="slidenum">
              <a:rPr lang="en-US" altLang="en-US"/>
              <a:pPr/>
              <a:t>‹#›</a:t>
            </a:fld>
            <a:endParaRPr lang="en-US" altLang="en-US"/>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122" name="Rectangle 2"/>
          <p:cNvSpPr>
            <a:spLocks noGrp="1" noChangeArrowheads="1"/>
          </p:cNvSpPr>
          <p:nvPr>
            <p:ph type="hdr" sz="quarter"/>
          </p:nvPr>
        </p:nvSpPr>
        <p:spPr bwMode="auto">
          <a:xfrm>
            <a:off x="1" y="0"/>
            <a:ext cx="3043979" cy="465773"/>
          </a:xfrm>
          <a:prstGeom prst="rect">
            <a:avLst/>
          </a:prstGeom>
          <a:noFill/>
          <a:ln>
            <a:noFill/>
          </a:ln>
        </p:spPr>
        <p:txBody>
          <a:bodyPr vert="horz" wrap="square" lIns="91564" tIns="45783" rIns="91564" bIns="45783" numCol="1" anchor="t" anchorCtr="0" compatLnSpc="1">
            <a:prstTxWarp prst="textNoShape">
              <a:avLst/>
            </a:prstTxWarp>
          </a:bodyPr>
          <a:lstStyle>
            <a:lvl1pPr eaLnBrk="1" hangingPunct="1">
              <a:defRPr sz="1200" smtClean="0">
                <a:latin typeface="Arial" charset="0"/>
                <a:ea typeface="MS PGothic" charset="0"/>
                <a:cs typeface="MS PGothic" charset="0"/>
              </a:defRPr>
            </a:lvl1pPr>
          </a:lstStyle>
          <a:p>
            <a:pPr>
              <a:defRPr/>
            </a:pPr>
            <a:endParaRPr lang="en-US"/>
          </a:p>
        </p:txBody>
      </p:sp>
      <p:sp>
        <p:nvSpPr>
          <p:cNvPr id="5123" name="Rectangle 3"/>
          <p:cNvSpPr>
            <a:spLocks noGrp="1" noChangeArrowheads="1"/>
          </p:cNvSpPr>
          <p:nvPr>
            <p:ph type="dt" idx="1"/>
          </p:nvPr>
        </p:nvSpPr>
        <p:spPr bwMode="auto">
          <a:xfrm>
            <a:off x="3977531" y="0"/>
            <a:ext cx="3043979" cy="465773"/>
          </a:xfrm>
          <a:prstGeom prst="rect">
            <a:avLst/>
          </a:prstGeom>
          <a:noFill/>
          <a:ln>
            <a:noFill/>
          </a:ln>
        </p:spPr>
        <p:txBody>
          <a:bodyPr vert="horz" wrap="square" lIns="91564" tIns="45783" rIns="91564" bIns="45783" numCol="1" anchor="t" anchorCtr="0" compatLnSpc="1">
            <a:prstTxWarp prst="textNoShape">
              <a:avLst/>
            </a:prstTxWarp>
          </a:bodyPr>
          <a:lstStyle>
            <a:lvl1pPr algn="r" eaLnBrk="1" hangingPunct="1">
              <a:defRPr sz="1200" smtClean="0">
                <a:latin typeface="Arial" charset="0"/>
                <a:ea typeface="MS PGothic" charset="0"/>
                <a:cs typeface="MS PGothic" charset="0"/>
              </a:defRPr>
            </a:lvl1pPr>
          </a:lstStyle>
          <a:p>
            <a:pPr>
              <a:defRPr/>
            </a:pPr>
            <a:endParaRPr lang="en-US"/>
          </a:p>
        </p:txBody>
      </p:sp>
      <p:sp>
        <p:nvSpPr>
          <p:cNvPr id="14340" name="Rectangle 4"/>
          <p:cNvSpPr>
            <a:spLocks noGrp="1" noRot="1" noChangeAspect="1" noChangeArrowheads="1" noTextEdit="1"/>
          </p:cNvSpPr>
          <p:nvPr>
            <p:ph type="sldImg" idx="2"/>
          </p:nvPr>
        </p:nvSpPr>
        <p:spPr bwMode="auto">
          <a:xfrm>
            <a:off x="1184275" y="698500"/>
            <a:ext cx="4654550" cy="3490913"/>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5125" name="Rectangle 5"/>
          <p:cNvSpPr>
            <a:spLocks noGrp="1" noChangeArrowheads="1"/>
          </p:cNvSpPr>
          <p:nvPr>
            <p:ph type="body" sz="quarter" idx="3"/>
          </p:nvPr>
        </p:nvSpPr>
        <p:spPr bwMode="auto">
          <a:xfrm>
            <a:off x="702946" y="4422459"/>
            <a:ext cx="5617208" cy="4188778"/>
          </a:xfrm>
          <a:prstGeom prst="rect">
            <a:avLst/>
          </a:prstGeom>
          <a:noFill/>
          <a:ln>
            <a:noFill/>
          </a:ln>
        </p:spPr>
        <p:txBody>
          <a:bodyPr vert="horz" wrap="square" lIns="91564" tIns="45783" rIns="91564" bIns="45783" numCol="1" anchor="t"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5126" name="Rectangle 6"/>
          <p:cNvSpPr>
            <a:spLocks noGrp="1" noChangeArrowheads="1"/>
          </p:cNvSpPr>
          <p:nvPr>
            <p:ph type="ftr" sz="quarter" idx="4"/>
          </p:nvPr>
        </p:nvSpPr>
        <p:spPr bwMode="auto">
          <a:xfrm>
            <a:off x="1" y="8841738"/>
            <a:ext cx="3043979" cy="465773"/>
          </a:xfrm>
          <a:prstGeom prst="rect">
            <a:avLst/>
          </a:prstGeom>
          <a:noFill/>
          <a:ln>
            <a:noFill/>
          </a:ln>
        </p:spPr>
        <p:txBody>
          <a:bodyPr vert="horz" wrap="square" lIns="91564" tIns="45783" rIns="91564" bIns="45783" numCol="1" anchor="b" anchorCtr="0" compatLnSpc="1">
            <a:prstTxWarp prst="textNoShape">
              <a:avLst/>
            </a:prstTxWarp>
          </a:bodyPr>
          <a:lstStyle>
            <a:lvl1pPr eaLnBrk="1" hangingPunct="1">
              <a:defRPr sz="1200" smtClean="0">
                <a:latin typeface="Arial" charset="0"/>
                <a:ea typeface="MS PGothic" charset="0"/>
                <a:cs typeface="MS PGothic" charset="0"/>
              </a:defRPr>
            </a:lvl1pPr>
          </a:lstStyle>
          <a:p>
            <a:pPr>
              <a:defRPr/>
            </a:pPr>
            <a:endParaRPr lang="en-US"/>
          </a:p>
        </p:txBody>
      </p:sp>
      <p:sp>
        <p:nvSpPr>
          <p:cNvPr id="5127" name="Rectangle 7"/>
          <p:cNvSpPr>
            <a:spLocks noGrp="1" noChangeArrowheads="1"/>
          </p:cNvSpPr>
          <p:nvPr>
            <p:ph type="sldNum" sz="quarter" idx="5"/>
          </p:nvPr>
        </p:nvSpPr>
        <p:spPr bwMode="auto">
          <a:xfrm>
            <a:off x="3977531" y="8841738"/>
            <a:ext cx="3043979" cy="465773"/>
          </a:xfrm>
          <a:prstGeom prst="rect">
            <a:avLst/>
          </a:prstGeom>
          <a:noFill/>
          <a:ln>
            <a:noFill/>
          </a:ln>
        </p:spPr>
        <p:txBody>
          <a:bodyPr vert="horz" wrap="square" lIns="91564" tIns="45783" rIns="91564" bIns="45783" numCol="1" anchor="b" anchorCtr="0" compatLnSpc="1">
            <a:prstTxWarp prst="textNoShape">
              <a:avLst/>
            </a:prstTxWarp>
          </a:bodyPr>
          <a:lstStyle>
            <a:lvl1pPr algn="r" eaLnBrk="1" hangingPunct="1">
              <a:defRPr sz="1200">
                <a:latin typeface="Arial" panose="020B0604020202020204" pitchFamily="34" charset="0"/>
              </a:defRPr>
            </a:lvl1pPr>
          </a:lstStyle>
          <a:p>
            <a:fld id="{3F6F6737-73D4-41EA-8E23-BF979942D6DD}" type="slidenum">
              <a:rPr lang="en-US" altLang="en-US"/>
              <a:pPr/>
              <a:t>‹#›</a:t>
            </a:fld>
            <a:endParaRPr lang="en-US" altLang="en-US"/>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120" kern="1200">
        <a:solidFill>
          <a:schemeClr val="tx1"/>
        </a:solidFill>
        <a:latin typeface="Arial" charset="0"/>
        <a:ea typeface="MS PGothic" panose="020B0600070205080204" pitchFamily="34" charset="-128"/>
        <a:cs typeface="Arial" charset="0"/>
      </a:defRPr>
    </a:lvl1pPr>
    <a:lvl2pPr marL="453154" algn="l" rtl="0" eaLnBrk="0" fontAlgn="base" hangingPunct="0">
      <a:spcBef>
        <a:spcPct val="30000"/>
      </a:spcBef>
      <a:spcAft>
        <a:spcPct val="0"/>
      </a:spcAft>
      <a:defRPr sz="1120" kern="1200">
        <a:solidFill>
          <a:schemeClr val="tx1"/>
        </a:solidFill>
        <a:latin typeface="Arial" charset="0"/>
        <a:ea typeface="Arial" charset="0"/>
        <a:cs typeface="Arial" charset="0"/>
      </a:defRPr>
    </a:lvl2pPr>
    <a:lvl3pPr marL="912229" algn="l" rtl="0" eaLnBrk="0" fontAlgn="base" hangingPunct="0">
      <a:spcBef>
        <a:spcPct val="30000"/>
      </a:spcBef>
      <a:spcAft>
        <a:spcPct val="0"/>
      </a:spcAft>
      <a:defRPr sz="1120" kern="1200">
        <a:solidFill>
          <a:schemeClr val="tx1"/>
        </a:solidFill>
        <a:latin typeface="Arial" charset="0"/>
        <a:ea typeface="Arial" charset="0"/>
        <a:cs typeface="Arial" charset="0"/>
      </a:defRPr>
    </a:lvl3pPr>
    <a:lvl4pPr marL="1368346" algn="l" rtl="0" eaLnBrk="0" fontAlgn="base" hangingPunct="0">
      <a:spcBef>
        <a:spcPct val="30000"/>
      </a:spcBef>
      <a:spcAft>
        <a:spcPct val="0"/>
      </a:spcAft>
      <a:defRPr sz="1120" kern="1200">
        <a:solidFill>
          <a:schemeClr val="tx1"/>
        </a:solidFill>
        <a:latin typeface="Arial" charset="0"/>
        <a:ea typeface="Arial" charset="0"/>
        <a:cs typeface="Arial" charset="0"/>
      </a:defRPr>
    </a:lvl4pPr>
    <a:lvl5pPr marL="1824462" algn="l" rtl="0" eaLnBrk="0" fontAlgn="base" hangingPunct="0">
      <a:spcBef>
        <a:spcPct val="30000"/>
      </a:spcBef>
      <a:spcAft>
        <a:spcPct val="0"/>
      </a:spcAft>
      <a:defRPr sz="1120" kern="1200">
        <a:solidFill>
          <a:schemeClr val="tx1"/>
        </a:solidFill>
        <a:latin typeface="Arial" charset="0"/>
        <a:ea typeface="Arial" charset="0"/>
        <a:cs typeface="Arial" charset="0"/>
      </a:defRPr>
    </a:lvl5pPr>
    <a:lvl6pPr marL="2284261" algn="l" defTabSz="913704" rtl="0" eaLnBrk="1" latinLnBrk="0" hangingPunct="1">
      <a:defRPr sz="1200" kern="1200">
        <a:solidFill>
          <a:schemeClr val="tx1"/>
        </a:solidFill>
        <a:latin typeface="+mn-lt"/>
        <a:ea typeface="+mn-ea"/>
        <a:cs typeface="+mn-cs"/>
      </a:defRPr>
    </a:lvl6pPr>
    <a:lvl7pPr marL="2741115" algn="l" defTabSz="913704" rtl="0" eaLnBrk="1" latinLnBrk="0" hangingPunct="1">
      <a:defRPr sz="1200" kern="1200">
        <a:solidFill>
          <a:schemeClr val="tx1"/>
        </a:solidFill>
        <a:latin typeface="+mn-lt"/>
        <a:ea typeface="+mn-ea"/>
        <a:cs typeface="+mn-cs"/>
      </a:defRPr>
    </a:lvl7pPr>
    <a:lvl8pPr marL="3197968" algn="l" defTabSz="913704" rtl="0" eaLnBrk="1" latinLnBrk="0" hangingPunct="1">
      <a:defRPr sz="1200" kern="1200">
        <a:solidFill>
          <a:schemeClr val="tx1"/>
        </a:solidFill>
        <a:latin typeface="+mn-lt"/>
        <a:ea typeface="+mn-ea"/>
        <a:cs typeface="+mn-cs"/>
      </a:defRPr>
    </a:lvl8pPr>
    <a:lvl9pPr marL="3654816" algn="l" defTabSz="913704"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5"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Helvetica" panose="020B0604020202020204" pitchFamily="34" charset="0"/>
                <a:ea typeface="MS PGothic" panose="020B0600070205080204" pitchFamily="34" charset="-128"/>
              </a:defRPr>
            </a:lvl1pPr>
            <a:lvl2pPr marL="744064" indent="-286179">
              <a:defRPr sz="2400">
                <a:solidFill>
                  <a:schemeClr val="tx1"/>
                </a:solidFill>
                <a:latin typeface="Helvetica" panose="020B0604020202020204" pitchFamily="34" charset="0"/>
                <a:ea typeface="MS PGothic" panose="020B0600070205080204" pitchFamily="34" charset="-128"/>
              </a:defRPr>
            </a:lvl2pPr>
            <a:lvl3pPr marL="1144715" indent="-228943">
              <a:defRPr sz="2400">
                <a:solidFill>
                  <a:schemeClr val="tx1"/>
                </a:solidFill>
                <a:latin typeface="Helvetica" panose="020B0604020202020204" pitchFamily="34" charset="0"/>
                <a:ea typeface="MS PGothic" panose="020B0600070205080204" pitchFamily="34" charset="-128"/>
              </a:defRPr>
            </a:lvl3pPr>
            <a:lvl4pPr marL="1602600" indent="-228943">
              <a:defRPr sz="2400">
                <a:solidFill>
                  <a:schemeClr val="tx1"/>
                </a:solidFill>
                <a:latin typeface="Helvetica" panose="020B0604020202020204" pitchFamily="34" charset="0"/>
                <a:ea typeface="MS PGothic" panose="020B0600070205080204" pitchFamily="34" charset="-128"/>
              </a:defRPr>
            </a:lvl4pPr>
            <a:lvl5pPr marL="2060486" indent="-228943">
              <a:defRPr sz="2400">
                <a:solidFill>
                  <a:schemeClr val="tx1"/>
                </a:solidFill>
                <a:latin typeface="Helvetica" panose="020B0604020202020204" pitchFamily="34" charset="0"/>
                <a:ea typeface="MS PGothic" panose="020B0600070205080204" pitchFamily="34" charset="-128"/>
              </a:defRPr>
            </a:lvl5pPr>
            <a:lvl6pPr marL="2518372" indent="-228943"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6258" indent="-228943"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34144" indent="-228943"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92029" indent="-228943"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EE4736F1-11A1-4F15-821F-373E647BE191}" type="slidenum">
              <a:rPr lang="en-US" altLang="en-US" sz="1200">
                <a:latin typeface="Arial" panose="020B0604020202020204" pitchFamily="34" charset="0"/>
              </a:rPr>
              <a:pPr/>
              <a:t>1</a:t>
            </a:fld>
            <a:endParaRPr lang="en-US" altLang="en-US" sz="1200">
              <a:latin typeface="Arial" panose="020B0604020202020204" pitchFamily="34" charset="0"/>
            </a:endParaRPr>
          </a:p>
        </p:txBody>
      </p:sp>
      <p:sp>
        <p:nvSpPr>
          <p:cNvPr id="16386" name="Rectangle 2"/>
          <p:cNvSpPr>
            <a:spLocks noGrp="1" noRot="1" noChangeAspect="1" noChangeArrowheads="1" noTextEdit="1"/>
          </p:cNvSpPr>
          <p:nvPr>
            <p:ph type="sldImg"/>
          </p:nvPr>
        </p:nvSpPr>
        <p:spPr>
          <a:xfrm>
            <a:off x="1184275" y="698500"/>
            <a:ext cx="4654550" cy="3490913"/>
          </a:xfrm>
          <a:ln/>
        </p:spPr>
      </p:sp>
      <p:sp>
        <p:nvSpPr>
          <p:cNvPr id="16387"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marL="171450" indent="-171450" eaLnBrk="1" hangingPunct="1">
              <a:buFontTx/>
              <a:buChar char="-"/>
            </a:pPr>
            <a:endParaRPr lang="en-US" altLang="en-US" dirty="0">
              <a:latin typeface="Arial" panose="020B0604020202020204" pitchFamily="34" charset="0"/>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3292482" y="10226677"/>
            <a:ext cx="37306249" cy="7054850"/>
          </a:xfrm>
        </p:spPr>
        <p:txBody>
          <a:bodyPr/>
          <a:lstStyle/>
          <a:p>
            <a:r>
              <a:rPr lang="en-US"/>
              <a:t>Click to edit Master title style</a:t>
            </a:r>
          </a:p>
        </p:txBody>
      </p:sp>
      <p:sp>
        <p:nvSpPr>
          <p:cNvPr id="3" name="Subtitle 2"/>
          <p:cNvSpPr>
            <a:spLocks noGrp="1"/>
          </p:cNvSpPr>
          <p:nvPr>
            <p:ph type="subTitle" idx="1"/>
          </p:nvPr>
        </p:nvSpPr>
        <p:spPr>
          <a:xfrm>
            <a:off x="6583365" y="18653127"/>
            <a:ext cx="30724474" cy="8413750"/>
          </a:xfrm>
        </p:spPr>
        <p:txBody>
          <a:bodyPr/>
          <a:lstStyle>
            <a:lvl1pPr marL="0" indent="0" algn="ctr">
              <a:buNone/>
              <a:defRPr/>
            </a:lvl1pPr>
            <a:lvl2pPr marL="406356" indent="0" algn="ctr">
              <a:buNone/>
              <a:defRPr/>
            </a:lvl2pPr>
            <a:lvl3pPr marL="812714" indent="0" algn="ctr">
              <a:buNone/>
              <a:defRPr/>
            </a:lvl3pPr>
            <a:lvl4pPr marL="1219072" indent="0" algn="ctr">
              <a:buNone/>
              <a:defRPr/>
            </a:lvl4pPr>
            <a:lvl5pPr marL="1625431" indent="0" algn="ctr">
              <a:buNone/>
              <a:defRPr/>
            </a:lvl5pPr>
            <a:lvl6pPr marL="2031789" indent="0" algn="ctr">
              <a:buNone/>
              <a:defRPr/>
            </a:lvl6pPr>
            <a:lvl7pPr marL="2438145" indent="0" algn="ctr">
              <a:buNone/>
              <a:defRPr/>
            </a:lvl7pPr>
            <a:lvl8pPr marL="2844503" indent="0" algn="ctr">
              <a:buNone/>
              <a:defRPr/>
            </a:lvl8pPr>
            <a:lvl9pPr marL="3250859" indent="0" algn="ctr">
              <a:buNone/>
              <a:defRPr/>
            </a:lvl9pPr>
          </a:lstStyle>
          <a:p>
            <a:r>
              <a:rPr lang="en-US"/>
              <a:t>Click to edit Master subtitle style</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fld id="{CE045733-9CD5-4A39-AF19-1576EAAC5827}" type="slidenum">
              <a:rPr lang="en-US" altLang="en-US"/>
              <a:pPr/>
              <a:t>‹#›</a:t>
            </a:fld>
            <a:endParaRPr lang="en-US" altLang="en-US"/>
          </a:p>
        </p:txBody>
      </p:sp>
    </p:spTree>
    <p:extLst>
      <p:ext uri="{BB962C8B-B14F-4D97-AF65-F5344CB8AC3E}">
        <p14:creationId xmlns:p14="http://schemas.microsoft.com/office/powerpoint/2010/main" val="2100657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fld id="{D5AEFD10-DBAF-4AE2-89A0-5AF92A9DB40B}" type="slidenum">
              <a:rPr lang="en-US" altLang="en-US"/>
              <a:pPr/>
              <a:t>‹#›</a:t>
            </a:fld>
            <a:endParaRPr lang="en-US" altLang="en-US"/>
          </a:p>
        </p:txBody>
      </p:sp>
    </p:spTree>
    <p:extLst>
      <p:ext uri="{BB962C8B-B14F-4D97-AF65-F5344CB8AC3E}">
        <p14:creationId xmlns:p14="http://schemas.microsoft.com/office/powerpoint/2010/main" val="168410517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3467106" y="21153440"/>
            <a:ext cx="37307838" cy="6537324"/>
          </a:xfrm>
        </p:spPr>
        <p:txBody>
          <a:bodyPr anchor="t"/>
          <a:lstStyle>
            <a:lvl1pPr algn="l">
              <a:defRPr sz="3580" b="1" cap="all"/>
            </a:lvl1pPr>
          </a:lstStyle>
          <a:p>
            <a:r>
              <a:rPr lang="en-US"/>
              <a:t>Click to edit Master title style</a:t>
            </a:r>
          </a:p>
        </p:txBody>
      </p:sp>
      <p:sp>
        <p:nvSpPr>
          <p:cNvPr id="3" name="Text Placeholder 2"/>
          <p:cNvSpPr>
            <a:spLocks noGrp="1"/>
          </p:cNvSpPr>
          <p:nvPr>
            <p:ph type="body" idx="1"/>
          </p:nvPr>
        </p:nvSpPr>
        <p:spPr>
          <a:xfrm>
            <a:off x="3467106" y="13952538"/>
            <a:ext cx="37307838" cy="7200900"/>
          </a:xfrm>
        </p:spPr>
        <p:txBody>
          <a:bodyPr anchor="b"/>
          <a:lstStyle>
            <a:lvl1pPr marL="0" indent="0">
              <a:buNone/>
              <a:defRPr sz="1753"/>
            </a:lvl1pPr>
            <a:lvl2pPr marL="406356" indent="0">
              <a:buNone/>
              <a:defRPr sz="1600"/>
            </a:lvl2pPr>
            <a:lvl3pPr marL="812714" indent="0">
              <a:buNone/>
              <a:defRPr sz="1447"/>
            </a:lvl3pPr>
            <a:lvl4pPr marL="1219072" indent="0">
              <a:buNone/>
              <a:defRPr sz="1220"/>
            </a:lvl4pPr>
            <a:lvl5pPr marL="1625431" indent="0">
              <a:buNone/>
              <a:defRPr sz="1220"/>
            </a:lvl5pPr>
            <a:lvl6pPr marL="2031789" indent="0">
              <a:buNone/>
              <a:defRPr sz="1220"/>
            </a:lvl6pPr>
            <a:lvl7pPr marL="2438145" indent="0">
              <a:buNone/>
              <a:defRPr sz="1220"/>
            </a:lvl7pPr>
            <a:lvl8pPr marL="2844503" indent="0">
              <a:buNone/>
              <a:defRPr sz="1220"/>
            </a:lvl8pPr>
            <a:lvl9pPr marL="3250859" indent="0">
              <a:buNone/>
              <a:defRPr sz="1220"/>
            </a:lvl9pPr>
          </a:lstStyle>
          <a:p>
            <a:pPr lvl="0"/>
            <a:r>
              <a:rPr lang="en-US"/>
              <a:t>Click to edit Master text styles</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fld id="{EDC3906F-68E1-40D4-92B5-7E5E62F91829}" type="slidenum">
              <a:rPr lang="en-US" altLang="en-US"/>
              <a:pPr/>
              <a:t>‹#›</a:t>
            </a:fld>
            <a:endParaRPr lang="en-US" altLang="en-US"/>
          </a:p>
        </p:txBody>
      </p:sp>
    </p:spTree>
    <p:extLst>
      <p:ext uri="{BB962C8B-B14F-4D97-AF65-F5344CB8AC3E}">
        <p14:creationId xmlns:p14="http://schemas.microsoft.com/office/powerpoint/2010/main" val="28139030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2193931" y="7680331"/>
            <a:ext cx="19675475" cy="21724938"/>
          </a:xfrm>
        </p:spPr>
        <p:txBody>
          <a:bodyPr/>
          <a:lstStyle>
            <a:lvl1pPr>
              <a:defRPr sz="2514"/>
            </a:lvl1pPr>
            <a:lvl2pPr>
              <a:defRPr sz="2133"/>
            </a:lvl2pPr>
            <a:lvl3pPr>
              <a:defRPr sz="1753"/>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22021806" y="7680331"/>
            <a:ext cx="19675475" cy="21724938"/>
          </a:xfrm>
        </p:spPr>
        <p:txBody>
          <a:bodyPr/>
          <a:lstStyle>
            <a:lvl1pPr>
              <a:defRPr sz="2514"/>
            </a:lvl1pPr>
            <a:lvl2pPr>
              <a:defRPr sz="2133"/>
            </a:lvl2pPr>
            <a:lvl3pPr>
              <a:defRPr sz="1753"/>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Rectangle 5"/>
          <p:cNvSpPr>
            <a:spLocks noGrp="1" noChangeArrowheads="1"/>
          </p:cNvSpPr>
          <p:nvPr>
            <p:ph type="ftr" sz="quarter" idx="11"/>
          </p:nvPr>
        </p:nvSpPr>
        <p:spPr>
          <a:ln/>
        </p:spPr>
        <p:txBody>
          <a:bodyPr/>
          <a:lstStyle>
            <a:lvl1pPr>
              <a:defRPr/>
            </a:lvl1pPr>
          </a:lstStyle>
          <a:p>
            <a:pPr>
              <a:defRPr/>
            </a:pPr>
            <a:endParaRPr lang="en-US"/>
          </a:p>
        </p:txBody>
      </p:sp>
      <p:sp>
        <p:nvSpPr>
          <p:cNvPr id="7" name="Rectangle 6"/>
          <p:cNvSpPr>
            <a:spLocks noGrp="1" noChangeArrowheads="1"/>
          </p:cNvSpPr>
          <p:nvPr>
            <p:ph type="sldNum" sz="quarter" idx="12"/>
          </p:nvPr>
        </p:nvSpPr>
        <p:spPr>
          <a:ln/>
        </p:spPr>
        <p:txBody>
          <a:bodyPr/>
          <a:lstStyle>
            <a:lvl1pPr>
              <a:defRPr/>
            </a:lvl1pPr>
          </a:lstStyle>
          <a:p>
            <a:fld id="{A46F8588-11AB-46DB-B65B-0DA5B032DFB0}" type="slidenum">
              <a:rPr lang="en-US" altLang="en-US"/>
              <a:pPr/>
              <a:t>‹#›</a:t>
            </a:fld>
            <a:endParaRPr lang="en-US" altLang="en-US"/>
          </a:p>
        </p:txBody>
      </p:sp>
    </p:spTree>
    <p:extLst>
      <p:ext uri="{BB962C8B-B14F-4D97-AF65-F5344CB8AC3E}">
        <p14:creationId xmlns:p14="http://schemas.microsoft.com/office/powerpoint/2010/main" val="74072940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2193926" y="7369176"/>
            <a:ext cx="19392899" cy="3070224"/>
          </a:xfrm>
        </p:spPr>
        <p:txBody>
          <a:bodyPr anchor="b"/>
          <a:lstStyle>
            <a:lvl1pPr marL="0" indent="0">
              <a:buNone/>
              <a:defRPr sz="2133" b="1"/>
            </a:lvl1pPr>
            <a:lvl2pPr marL="406356" indent="0">
              <a:buNone/>
              <a:defRPr sz="1753" b="1"/>
            </a:lvl2pPr>
            <a:lvl3pPr marL="812714" indent="0">
              <a:buNone/>
              <a:defRPr sz="1600" b="1"/>
            </a:lvl3pPr>
            <a:lvl4pPr marL="1219072" indent="0">
              <a:buNone/>
              <a:defRPr sz="1447" b="1"/>
            </a:lvl4pPr>
            <a:lvl5pPr marL="1625431" indent="0">
              <a:buNone/>
              <a:defRPr sz="1447" b="1"/>
            </a:lvl5pPr>
            <a:lvl6pPr marL="2031789" indent="0">
              <a:buNone/>
              <a:defRPr sz="1447" b="1"/>
            </a:lvl6pPr>
            <a:lvl7pPr marL="2438145" indent="0">
              <a:buNone/>
              <a:defRPr sz="1447" b="1"/>
            </a:lvl7pPr>
            <a:lvl8pPr marL="2844503" indent="0">
              <a:buNone/>
              <a:defRPr sz="1447" b="1"/>
            </a:lvl8pPr>
            <a:lvl9pPr marL="3250859" indent="0">
              <a:buNone/>
              <a:defRPr sz="1447" b="1"/>
            </a:lvl9pPr>
          </a:lstStyle>
          <a:p>
            <a:pPr lvl="0"/>
            <a:r>
              <a:rPr lang="en-US"/>
              <a:t>Click to edit Master text styles</a:t>
            </a:r>
          </a:p>
        </p:txBody>
      </p:sp>
      <p:sp>
        <p:nvSpPr>
          <p:cNvPr id="4" name="Content Placeholder 3"/>
          <p:cNvSpPr>
            <a:spLocks noGrp="1"/>
          </p:cNvSpPr>
          <p:nvPr>
            <p:ph sz="half" idx="2"/>
          </p:nvPr>
        </p:nvSpPr>
        <p:spPr>
          <a:xfrm>
            <a:off x="2193926" y="10439407"/>
            <a:ext cx="19392899" cy="18965862"/>
          </a:xfrm>
        </p:spPr>
        <p:txBody>
          <a:bodyPr/>
          <a:lstStyle>
            <a:lvl1pPr>
              <a:defRPr sz="2133"/>
            </a:lvl1pPr>
            <a:lvl2pPr>
              <a:defRPr sz="1753"/>
            </a:lvl2pPr>
            <a:lvl3pPr>
              <a:defRPr sz="1600"/>
            </a:lvl3pPr>
            <a:lvl4pPr>
              <a:defRPr sz="1447"/>
            </a:lvl4pPr>
            <a:lvl5pPr>
              <a:defRPr sz="1447"/>
            </a:lvl5pPr>
            <a:lvl6pPr>
              <a:defRPr sz="1447"/>
            </a:lvl6pPr>
            <a:lvl7pPr>
              <a:defRPr sz="1447"/>
            </a:lvl7pPr>
            <a:lvl8pPr>
              <a:defRPr sz="1447"/>
            </a:lvl8pPr>
            <a:lvl9pPr>
              <a:defRPr sz="1447"/>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22296440" y="7369176"/>
            <a:ext cx="19400837" cy="3070224"/>
          </a:xfrm>
        </p:spPr>
        <p:txBody>
          <a:bodyPr anchor="b"/>
          <a:lstStyle>
            <a:lvl1pPr marL="0" indent="0">
              <a:buNone/>
              <a:defRPr sz="2133" b="1"/>
            </a:lvl1pPr>
            <a:lvl2pPr marL="406356" indent="0">
              <a:buNone/>
              <a:defRPr sz="1753" b="1"/>
            </a:lvl2pPr>
            <a:lvl3pPr marL="812714" indent="0">
              <a:buNone/>
              <a:defRPr sz="1600" b="1"/>
            </a:lvl3pPr>
            <a:lvl4pPr marL="1219072" indent="0">
              <a:buNone/>
              <a:defRPr sz="1447" b="1"/>
            </a:lvl4pPr>
            <a:lvl5pPr marL="1625431" indent="0">
              <a:buNone/>
              <a:defRPr sz="1447" b="1"/>
            </a:lvl5pPr>
            <a:lvl6pPr marL="2031789" indent="0">
              <a:buNone/>
              <a:defRPr sz="1447" b="1"/>
            </a:lvl6pPr>
            <a:lvl7pPr marL="2438145" indent="0">
              <a:buNone/>
              <a:defRPr sz="1447" b="1"/>
            </a:lvl7pPr>
            <a:lvl8pPr marL="2844503" indent="0">
              <a:buNone/>
              <a:defRPr sz="1447" b="1"/>
            </a:lvl8pPr>
            <a:lvl9pPr marL="3250859" indent="0">
              <a:buNone/>
              <a:defRPr sz="1447" b="1"/>
            </a:lvl9pPr>
          </a:lstStyle>
          <a:p>
            <a:pPr lvl="0"/>
            <a:r>
              <a:rPr lang="en-US"/>
              <a:t>Click to edit Master text styles</a:t>
            </a:r>
          </a:p>
        </p:txBody>
      </p:sp>
      <p:sp>
        <p:nvSpPr>
          <p:cNvPr id="6" name="Content Placeholder 5"/>
          <p:cNvSpPr>
            <a:spLocks noGrp="1"/>
          </p:cNvSpPr>
          <p:nvPr>
            <p:ph sz="quarter" idx="4"/>
          </p:nvPr>
        </p:nvSpPr>
        <p:spPr>
          <a:xfrm>
            <a:off x="22296440" y="10439407"/>
            <a:ext cx="19400837" cy="18965862"/>
          </a:xfrm>
        </p:spPr>
        <p:txBody>
          <a:bodyPr/>
          <a:lstStyle>
            <a:lvl1pPr>
              <a:defRPr sz="2133"/>
            </a:lvl1pPr>
            <a:lvl2pPr>
              <a:defRPr sz="1753"/>
            </a:lvl2pPr>
            <a:lvl3pPr>
              <a:defRPr sz="1600"/>
            </a:lvl3pPr>
            <a:lvl4pPr>
              <a:defRPr sz="1447"/>
            </a:lvl4pPr>
            <a:lvl5pPr>
              <a:defRPr sz="1447"/>
            </a:lvl5pPr>
            <a:lvl6pPr>
              <a:defRPr sz="1447"/>
            </a:lvl6pPr>
            <a:lvl7pPr>
              <a:defRPr sz="1447"/>
            </a:lvl7pPr>
            <a:lvl8pPr>
              <a:defRPr sz="1447"/>
            </a:lvl8pPr>
            <a:lvl9pPr>
              <a:defRPr sz="1447"/>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4"/>
          <p:cNvSpPr>
            <a:spLocks noGrp="1" noChangeArrowheads="1"/>
          </p:cNvSpPr>
          <p:nvPr>
            <p:ph type="dt" sz="half" idx="10"/>
          </p:nvPr>
        </p:nvSpPr>
        <p:spPr>
          <a:ln/>
        </p:spPr>
        <p:txBody>
          <a:bodyPr/>
          <a:lstStyle>
            <a:lvl1pPr>
              <a:defRPr/>
            </a:lvl1pPr>
          </a:lstStyle>
          <a:p>
            <a:pPr>
              <a:defRPr/>
            </a:pPr>
            <a:endParaRPr lang="en-US"/>
          </a:p>
        </p:txBody>
      </p:sp>
      <p:sp>
        <p:nvSpPr>
          <p:cNvPr id="8" name="Rectangle 5"/>
          <p:cNvSpPr>
            <a:spLocks noGrp="1" noChangeArrowheads="1"/>
          </p:cNvSpPr>
          <p:nvPr>
            <p:ph type="ftr" sz="quarter" idx="11"/>
          </p:nvPr>
        </p:nvSpPr>
        <p:spPr>
          <a:ln/>
        </p:spPr>
        <p:txBody>
          <a:bodyPr/>
          <a:lstStyle>
            <a:lvl1pPr>
              <a:defRPr/>
            </a:lvl1pPr>
          </a:lstStyle>
          <a:p>
            <a:pPr>
              <a:defRPr/>
            </a:pPr>
            <a:endParaRPr lang="en-US"/>
          </a:p>
        </p:txBody>
      </p:sp>
      <p:sp>
        <p:nvSpPr>
          <p:cNvPr id="9" name="Rectangle 6"/>
          <p:cNvSpPr>
            <a:spLocks noGrp="1" noChangeArrowheads="1"/>
          </p:cNvSpPr>
          <p:nvPr>
            <p:ph type="sldNum" sz="quarter" idx="12"/>
          </p:nvPr>
        </p:nvSpPr>
        <p:spPr>
          <a:ln/>
        </p:spPr>
        <p:txBody>
          <a:bodyPr/>
          <a:lstStyle>
            <a:lvl1pPr>
              <a:defRPr/>
            </a:lvl1pPr>
          </a:lstStyle>
          <a:p>
            <a:fld id="{D8F70D44-9EE5-494F-B24D-9088C4F630A4}" type="slidenum">
              <a:rPr lang="en-US" altLang="en-US"/>
              <a:pPr/>
              <a:t>‹#›</a:t>
            </a:fld>
            <a:endParaRPr lang="en-US" altLang="en-US"/>
          </a:p>
        </p:txBody>
      </p:sp>
    </p:spTree>
    <p:extLst>
      <p:ext uri="{BB962C8B-B14F-4D97-AF65-F5344CB8AC3E}">
        <p14:creationId xmlns:p14="http://schemas.microsoft.com/office/powerpoint/2010/main" val="246595099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Rectangle 4"/>
          <p:cNvSpPr>
            <a:spLocks noGrp="1" noChangeArrowheads="1"/>
          </p:cNvSpPr>
          <p:nvPr>
            <p:ph type="dt" sz="half" idx="10"/>
          </p:nvPr>
        </p:nvSpPr>
        <p:spPr>
          <a:ln/>
        </p:spPr>
        <p:txBody>
          <a:bodyPr/>
          <a:lstStyle>
            <a:lvl1pPr>
              <a:defRPr/>
            </a:lvl1pPr>
          </a:lstStyle>
          <a:p>
            <a:pPr>
              <a:defRPr/>
            </a:pPr>
            <a:endParaRPr lang="en-US"/>
          </a:p>
        </p:txBody>
      </p:sp>
      <p:sp>
        <p:nvSpPr>
          <p:cNvPr id="4" name="Rectangle 5"/>
          <p:cNvSpPr>
            <a:spLocks noGrp="1" noChangeArrowheads="1"/>
          </p:cNvSpPr>
          <p:nvPr>
            <p:ph type="ftr" sz="quarter" idx="11"/>
          </p:nvPr>
        </p:nvSpPr>
        <p:spPr>
          <a:ln/>
        </p:spPr>
        <p:txBody>
          <a:bodyPr/>
          <a:lstStyle>
            <a:lvl1pPr>
              <a:defRPr/>
            </a:lvl1pPr>
          </a:lstStyle>
          <a:p>
            <a:pPr>
              <a:defRPr/>
            </a:pPr>
            <a:endParaRPr lang="en-US"/>
          </a:p>
        </p:txBody>
      </p:sp>
      <p:sp>
        <p:nvSpPr>
          <p:cNvPr id="5" name="Rectangle 6"/>
          <p:cNvSpPr>
            <a:spLocks noGrp="1" noChangeArrowheads="1"/>
          </p:cNvSpPr>
          <p:nvPr>
            <p:ph type="sldNum" sz="quarter" idx="12"/>
          </p:nvPr>
        </p:nvSpPr>
        <p:spPr>
          <a:ln/>
        </p:spPr>
        <p:txBody>
          <a:bodyPr/>
          <a:lstStyle>
            <a:lvl1pPr>
              <a:defRPr/>
            </a:lvl1pPr>
          </a:lstStyle>
          <a:p>
            <a:fld id="{7B282EB0-6A1C-42AA-BBF4-30A498DC98E8}" type="slidenum">
              <a:rPr lang="en-US" altLang="en-US"/>
              <a:pPr/>
              <a:t>‹#›</a:t>
            </a:fld>
            <a:endParaRPr lang="en-US" altLang="en-US"/>
          </a:p>
        </p:txBody>
      </p:sp>
    </p:spTree>
    <p:extLst>
      <p:ext uri="{BB962C8B-B14F-4D97-AF65-F5344CB8AC3E}">
        <p14:creationId xmlns:p14="http://schemas.microsoft.com/office/powerpoint/2010/main" val="207810200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4"/>
          <p:cNvSpPr>
            <a:spLocks noGrp="1" noChangeArrowheads="1"/>
          </p:cNvSpPr>
          <p:nvPr>
            <p:ph type="dt" sz="half" idx="10"/>
          </p:nvPr>
        </p:nvSpPr>
        <p:spPr>
          <a:ln/>
        </p:spPr>
        <p:txBody>
          <a:bodyPr/>
          <a:lstStyle>
            <a:lvl1pPr>
              <a:defRPr/>
            </a:lvl1pPr>
          </a:lstStyle>
          <a:p>
            <a:pPr>
              <a:defRPr/>
            </a:pPr>
            <a:endParaRPr lang="en-US"/>
          </a:p>
        </p:txBody>
      </p:sp>
      <p:sp>
        <p:nvSpPr>
          <p:cNvPr id="3" name="Rectangle 5"/>
          <p:cNvSpPr>
            <a:spLocks noGrp="1" noChangeArrowheads="1"/>
          </p:cNvSpPr>
          <p:nvPr>
            <p:ph type="ftr" sz="quarter" idx="11"/>
          </p:nvPr>
        </p:nvSpPr>
        <p:spPr>
          <a:ln/>
        </p:spPr>
        <p:txBody>
          <a:bodyPr/>
          <a:lstStyle>
            <a:lvl1pPr>
              <a:defRPr/>
            </a:lvl1pPr>
          </a:lstStyle>
          <a:p>
            <a:pPr>
              <a:defRPr/>
            </a:pPr>
            <a:endParaRPr lang="en-US"/>
          </a:p>
        </p:txBody>
      </p:sp>
      <p:sp>
        <p:nvSpPr>
          <p:cNvPr id="4" name="Rectangle 6"/>
          <p:cNvSpPr>
            <a:spLocks noGrp="1" noChangeArrowheads="1"/>
          </p:cNvSpPr>
          <p:nvPr>
            <p:ph type="sldNum" sz="quarter" idx="12"/>
          </p:nvPr>
        </p:nvSpPr>
        <p:spPr>
          <a:ln/>
        </p:spPr>
        <p:txBody>
          <a:bodyPr/>
          <a:lstStyle>
            <a:lvl1pPr>
              <a:defRPr/>
            </a:lvl1pPr>
          </a:lstStyle>
          <a:p>
            <a:fld id="{A58D00DC-00D9-48A8-8591-ED180EF32D4C}" type="slidenum">
              <a:rPr lang="en-US" altLang="en-US"/>
              <a:pPr/>
              <a:t>‹#›</a:t>
            </a:fld>
            <a:endParaRPr lang="en-US" altLang="en-US"/>
          </a:p>
        </p:txBody>
      </p:sp>
    </p:spTree>
    <p:extLst>
      <p:ext uri="{BB962C8B-B14F-4D97-AF65-F5344CB8AC3E}">
        <p14:creationId xmlns:p14="http://schemas.microsoft.com/office/powerpoint/2010/main" val="238996312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193925" y="1311276"/>
            <a:ext cx="14439901" cy="5576888"/>
          </a:xfrm>
        </p:spPr>
        <p:txBody>
          <a:bodyPr anchor="b"/>
          <a:lstStyle>
            <a:lvl1pPr algn="l">
              <a:defRPr sz="1753" b="1"/>
            </a:lvl1pPr>
          </a:lstStyle>
          <a:p>
            <a:r>
              <a:rPr lang="en-US"/>
              <a:t>Click to edit Master title style</a:t>
            </a:r>
          </a:p>
        </p:txBody>
      </p:sp>
      <p:sp>
        <p:nvSpPr>
          <p:cNvPr id="3" name="Content Placeholder 2"/>
          <p:cNvSpPr>
            <a:spLocks noGrp="1"/>
          </p:cNvSpPr>
          <p:nvPr>
            <p:ph idx="1"/>
          </p:nvPr>
        </p:nvSpPr>
        <p:spPr>
          <a:xfrm>
            <a:off x="17160875" y="1311276"/>
            <a:ext cx="24536400" cy="28093988"/>
          </a:xfrm>
        </p:spPr>
        <p:txBody>
          <a:bodyPr/>
          <a:lstStyle>
            <a:lvl1pPr>
              <a:defRPr sz="2820"/>
            </a:lvl1pPr>
            <a:lvl2pPr>
              <a:defRPr sz="2514"/>
            </a:lvl2pPr>
            <a:lvl3pPr>
              <a:defRPr sz="2133"/>
            </a:lvl3pPr>
            <a:lvl4pPr>
              <a:defRPr sz="1753"/>
            </a:lvl4pPr>
            <a:lvl5pPr>
              <a:defRPr sz="1753"/>
            </a:lvl5pPr>
            <a:lvl6pPr>
              <a:defRPr sz="1753"/>
            </a:lvl6pPr>
            <a:lvl7pPr>
              <a:defRPr sz="1753"/>
            </a:lvl7pPr>
            <a:lvl8pPr>
              <a:defRPr sz="1753"/>
            </a:lvl8pPr>
            <a:lvl9pPr>
              <a:defRPr sz="1753"/>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2193925" y="6888162"/>
            <a:ext cx="14439901" cy="22517100"/>
          </a:xfrm>
        </p:spPr>
        <p:txBody>
          <a:bodyPr/>
          <a:lstStyle>
            <a:lvl1pPr marL="0" indent="0">
              <a:buNone/>
              <a:defRPr sz="1220"/>
            </a:lvl1pPr>
            <a:lvl2pPr marL="406356" indent="0">
              <a:buNone/>
              <a:defRPr sz="1066"/>
            </a:lvl2pPr>
            <a:lvl3pPr marL="812714" indent="0">
              <a:buNone/>
              <a:defRPr sz="914"/>
            </a:lvl3pPr>
            <a:lvl4pPr marL="1219072" indent="0">
              <a:buNone/>
              <a:defRPr sz="763"/>
            </a:lvl4pPr>
            <a:lvl5pPr marL="1625431" indent="0">
              <a:buNone/>
              <a:defRPr sz="763"/>
            </a:lvl5pPr>
            <a:lvl6pPr marL="2031789" indent="0">
              <a:buNone/>
              <a:defRPr sz="763"/>
            </a:lvl6pPr>
            <a:lvl7pPr marL="2438145" indent="0">
              <a:buNone/>
              <a:defRPr sz="763"/>
            </a:lvl7pPr>
            <a:lvl8pPr marL="2844503" indent="0">
              <a:buNone/>
              <a:defRPr sz="763"/>
            </a:lvl8pPr>
            <a:lvl9pPr marL="3250859" indent="0">
              <a:buNone/>
              <a:defRPr sz="763"/>
            </a:lvl9pPr>
          </a:lstStyle>
          <a:p>
            <a:pPr lvl="0"/>
            <a:r>
              <a:rPr lang="en-US"/>
              <a:t>Click to edit Master text styles</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Rectangle 5"/>
          <p:cNvSpPr>
            <a:spLocks noGrp="1" noChangeArrowheads="1"/>
          </p:cNvSpPr>
          <p:nvPr>
            <p:ph type="ftr" sz="quarter" idx="11"/>
          </p:nvPr>
        </p:nvSpPr>
        <p:spPr>
          <a:ln/>
        </p:spPr>
        <p:txBody>
          <a:bodyPr/>
          <a:lstStyle>
            <a:lvl1pPr>
              <a:defRPr/>
            </a:lvl1pPr>
          </a:lstStyle>
          <a:p>
            <a:pPr>
              <a:defRPr/>
            </a:pPr>
            <a:endParaRPr lang="en-US"/>
          </a:p>
        </p:txBody>
      </p:sp>
      <p:sp>
        <p:nvSpPr>
          <p:cNvPr id="7" name="Rectangle 6"/>
          <p:cNvSpPr>
            <a:spLocks noGrp="1" noChangeArrowheads="1"/>
          </p:cNvSpPr>
          <p:nvPr>
            <p:ph type="sldNum" sz="quarter" idx="12"/>
          </p:nvPr>
        </p:nvSpPr>
        <p:spPr>
          <a:ln/>
        </p:spPr>
        <p:txBody>
          <a:bodyPr/>
          <a:lstStyle>
            <a:lvl1pPr>
              <a:defRPr/>
            </a:lvl1pPr>
          </a:lstStyle>
          <a:p>
            <a:fld id="{C0D8C0C4-CE81-4EEF-9770-5470521DE371}" type="slidenum">
              <a:rPr lang="en-US" altLang="en-US"/>
              <a:pPr/>
              <a:t>‹#›</a:t>
            </a:fld>
            <a:endParaRPr lang="en-US" altLang="en-US"/>
          </a:p>
        </p:txBody>
      </p:sp>
    </p:spTree>
    <p:extLst>
      <p:ext uri="{BB962C8B-B14F-4D97-AF65-F5344CB8AC3E}">
        <p14:creationId xmlns:p14="http://schemas.microsoft.com/office/powerpoint/2010/main" val="73383675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602665" y="23042564"/>
            <a:ext cx="26335036" cy="2720976"/>
          </a:xfrm>
        </p:spPr>
        <p:txBody>
          <a:bodyPr anchor="b"/>
          <a:lstStyle>
            <a:lvl1pPr algn="l">
              <a:defRPr sz="1753" b="1"/>
            </a:lvl1pPr>
          </a:lstStyle>
          <a:p>
            <a:r>
              <a:rPr lang="en-US"/>
              <a:t>Click to edit Master title style</a:t>
            </a:r>
          </a:p>
        </p:txBody>
      </p:sp>
      <p:sp>
        <p:nvSpPr>
          <p:cNvPr id="3" name="Picture Placeholder 2"/>
          <p:cNvSpPr>
            <a:spLocks noGrp="1"/>
          </p:cNvSpPr>
          <p:nvPr>
            <p:ph type="pic" idx="1"/>
          </p:nvPr>
        </p:nvSpPr>
        <p:spPr>
          <a:xfrm>
            <a:off x="8602665" y="2941645"/>
            <a:ext cx="26335036" cy="19750086"/>
          </a:xfrm>
        </p:spPr>
        <p:txBody>
          <a:bodyPr/>
          <a:lstStyle>
            <a:lvl1pPr marL="0" indent="0">
              <a:buNone/>
              <a:defRPr sz="2820"/>
            </a:lvl1pPr>
            <a:lvl2pPr marL="406356" indent="0">
              <a:buNone/>
              <a:defRPr sz="2514"/>
            </a:lvl2pPr>
            <a:lvl3pPr marL="812714" indent="0">
              <a:buNone/>
              <a:defRPr sz="2133"/>
            </a:lvl3pPr>
            <a:lvl4pPr marL="1219072" indent="0">
              <a:buNone/>
              <a:defRPr sz="1753"/>
            </a:lvl4pPr>
            <a:lvl5pPr marL="1625431" indent="0">
              <a:buNone/>
              <a:defRPr sz="1753"/>
            </a:lvl5pPr>
            <a:lvl6pPr marL="2031789" indent="0">
              <a:buNone/>
              <a:defRPr sz="1753"/>
            </a:lvl6pPr>
            <a:lvl7pPr marL="2438145" indent="0">
              <a:buNone/>
              <a:defRPr sz="1753"/>
            </a:lvl7pPr>
            <a:lvl8pPr marL="2844503" indent="0">
              <a:buNone/>
              <a:defRPr sz="1753"/>
            </a:lvl8pPr>
            <a:lvl9pPr marL="3250859" indent="0">
              <a:buNone/>
              <a:defRPr sz="1753"/>
            </a:lvl9pPr>
          </a:lstStyle>
          <a:p>
            <a:pPr lvl="0"/>
            <a:endParaRPr lang="en-US" noProof="0"/>
          </a:p>
        </p:txBody>
      </p:sp>
      <p:sp>
        <p:nvSpPr>
          <p:cNvPr id="4" name="Text Placeholder 3"/>
          <p:cNvSpPr>
            <a:spLocks noGrp="1"/>
          </p:cNvSpPr>
          <p:nvPr>
            <p:ph type="body" sz="half" idx="2"/>
          </p:nvPr>
        </p:nvSpPr>
        <p:spPr>
          <a:xfrm>
            <a:off x="8602665" y="25763545"/>
            <a:ext cx="26335036" cy="3862386"/>
          </a:xfrm>
        </p:spPr>
        <p:txBody>
          <a:bodyPr/>
          <a:lstStyle>
            <a:lvl1pPr marL="0" indent="0">
              <a:buNone/>
              <a:defRPr sz="1220"/>
            </a:lvl1pPr>
            <a:lvl2pPr marL="406356" indent="0">
              <a:buNone/>
              <a:defRPr sz="1066"/>
            </a:lvl2pPr>
            <a:lvl3pPr marL="812714" indent="0">
              <a:buNone/>
              <a:defRPr sz="914"/>
            </a:lvl3pPr>
            <a:lvl4pPr marL="1219072" indent="0">
              <a:buNone/>
              <a:defRPr sz="763"/>
            </a:lvl4pPr>
            <a:lvl5pPr marL="1625431" indent="0">
              <a:buNone/>
              <a:defRPr sz="763"/>
            </a:lvl5pPr>
            <a:lvl6pPr marL="2031789" indent="0">
              <a:buNone/>
              <a:defRPr sz="763"/>
            </a:lvl6pPr>
            <a:lvl7pPr marL="2438145" indent="0">
              <a:buNone/>
              <a:defRPr sz="763"/>
            </a:lvl7pPr>
            <a:lvl8pPr marL="2844503" indent="0">
              <a:buNone/>
              <a:defRPr sz="763"/>
            </a:lvl8pPr>
            <a:lvl9pPr marL="3250859" indent="0">
              <a:buNone/>
              <a:defRPr sz="763"/>
            </a:lvl9pPr>
          </a:lstStyle>
          <a:p>
            <a:pPr lvl="0"/>
            <a:r>
              <a:rPr lang="en-US"/>
              <a:t>Click to edit Master text styles</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Rectangle 5"/>
          <p:cNvSpPr>
            <a:spLocks noGrp="1" noChangeArrowheads="1"/>
          </p:cNvSpPr>
          <p:nvPr>
            <p:ph type="ftr" sz="quarter" idx="11"/>
          </p:nvPr>
        </p:nvSpPr>
        <p:spPr>
          <a:ln/>
        </p:spPr>
        <p:txBody>
          <a:bodyPr/>
          <a:lstStyle>
            <a:lvl1pPr>
              <a:defRPr/>
            </a:lvl1pPr>
          </a:lstStyle>
          <a:p>
            <a:pPr>
              <a:defRPr/>
            </a:pPr>
            <a:endParaRPr lang="en-US"/>
          </a:p>
        </p:txBody>
      </p:sp>
      <p:sp>
        <p:nvSpPr>
          <p:cNvPr id="7" name="Rectangle 6"/>
          <p:cNvSpPr>
            <a:spLocks noGrp="1" noChangeArrowheads="1"/>
          </p:cNvSpPr>
          <p:nvPr>
            <p:ph type="sldNum" sz="quarter" idx="12"/>
          </p:nvPr>
        </p:nvSpPr>
        <p:spPr>
          <a:ln/>
        </p:spPr>
        <p:txBody>
          <a:bodyPr/>
          <a:lstStyle>
            <a:lvl1pPr>
              <a:defRPr/>
            </a:lvl1pPr>
          </a:lstStyle>
          <a:p>
            <a:fld id="{AEF393D9-CF7B-4330-B265-DED19A74F3DD}" type="slidenum">
              <a:rPr lang="en-US" altLang="en-US"/>
              <a:pPr/>
              <a:t>‹#›</a:t>
            </a:fld>
            <a:endParaRPr lang="en-US" altLang="en-US"/>
          </a:p>
        </p:txBody>
      </p:sp>
    </p:spTree>
    <p:extLst>
      <p:ext uri="{BB962C8B-B14F-4D97-AF65-F5344CB8AC3E}">
        <p14:creationId xmlns:p14="http://schemas.microsoft.com/office/powerpoint/2010/main" val="242525163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fld id="{046C7718-C7BA-4E2F-9613-1867C7C3438F}" type="slidenum">
              <a:rPr lang="en-US" altLang="en-US"/>
              <a:pPr/>
              <a:t>‹#›</a:t>
            </a:fld>
            <a:endParaRPr lang="en-US" altLang="en-US"/>
          </a:p>
        </p:txBody>
      </p:sp>
    </p:spTree>
    <p:extLst>
      <p:ext uri="{BB962C8B-B14F-4D97-AF65-F5344CB8AC3E}">
        <p14:creationId xmlns:p14="http://schemas.microsoft.com/office/powerpoint/2010/main" val="8272061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31821440" y="1317631"/>
            <a:ext cx="9875836" cy="280876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2193926" y="1317631"/>
            <a:ext cx="29475113" cy="280876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fld id="{132C855F-A866-40A9-8FAF-89579C6C0437}" type="slidenum">
              <a:rPr lang="en-US" altLang="en-US"/>
              <a:pPr/>
              <a:t>‹#›</a:t>
            </a:fld>
            <a:endParaRPr lang="en-US" altLang="en-US"/>
          </a:p>
        </p:txBody>
      </p:sp>
    </p:spTree>
    <p:extLst>
      <p:ext uri="{BB962C8B-B14F-4D97-AF65-F5344CB8AC3E}">
        <p14:creationId xmlns:p14="http://schemas.microsoft.com/office/powerpoint/2010/main" val="36381861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2192873" y="1317626"/>
            <a:ext cx="39505467" cy="548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512035" tIns="256017" rIns="512035" bIns="256017" numCol="1" anchor="ctr" anchorCtr="0" compatLnSpc="1">
            <a:prstTxWarp prst="textNoShape">
              <a:avLst/>
            </a:prstTxWarp>
          </a:bodyPr>
          <a:lstStyle/>
          <a:p>
            <a:pPr lvl="0"/>
            <a:r>
              <a:rPr lang="en-US" altLang="en-US"/>
              <a:t>Click to edit Master title style</a:t>
            </a:r>
          </a:p>
        </p:txBody>
      </p:sp>
      <p:sp>
        <p:nvSpPr>
          <p:cNvPr id="1027" name="Rectangle 3"/>
          <p:cNvSpPr>
            <a:spLocks noGrp="1" noChangeArrowheads="1"/>
          </p:cNvSpPr>
          <p:nvPr>
            <p:ph type="body" idx="1"/>
          </p:nvPr>
        </p:nvSpPr>
        <p:spPr bwMode="auto">
          <a:xfrm>
            <a:off x="2192873" y="7680331"/>
            <a:ext cx="39505467" cy="21723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512035" tIns="256017" rIns="512035" bIns="256017"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1028" name="Rectangle 4"/>
          <p:cNvSpPr>
            <a:spLocks noGrp="1" noChangeArrowheads="1"/>
          </p:cNvSpPr>
          <p:nvPr>
            <p:ph type="dt" sz="half" idx="2"/>
          </p:nvPr>
        </p:nvSpPr>
        <p:spPr bwMode="auto">
          <a:xfrm>
            <a:off x="2192873" y="29975176"/>
            <a:ext cx="10244667" cy="2286000"/>
          </a:xfrm>
          <a:prstGeom prst="rect">
            <a:avLst/>
          </a:prstGeom>
          <a:noFill/>
          <a:ln w="9525">
            <a:noFill/>
            <a:miter lim="800000"/>
            <a:headEnd/>
            <a:tailEnd/>
          </a:ln>
          <a:effectLst/>
        </p:spPr>
        <p:txBody>
          <a:bodyPr vert="horz" wrap="square" lIns="512035" tIns="256017" rIns="512035" bIns="256017" numCol="1" anchor="t" anchorCtr="0" compatLnSpc="1">
            <a:prstTxWarp prst="textNoShape">
              <a:avLst/>
            </a:prstTxWarp>
          </a:bodyPr>
          <a:lstStyle>
            <a:lvl1pPr eaLnBrk="1" hangingPunct="1">
              <a:defRPr sz="5867" smtClean="0">
                <a:latin typeface="Arial" charset="0"/>
                <a:ea typeface="MS PGothic" charset="0"/>
                <a:cs typeface="MS PGothic" charset="0"/>
              </a:defRPr>
            </a:lvl1pPr>
          </a:lstStyle>
          <a:p>
            <a:pPr>
              <a:defRPr/>
            </a:pPr>
            <a:endParaRPr lang="en-US"/>
          </a:p>
        </p:txBody>
      </p:sp>
      <p:sp>
        <p:nvSpPr>
          <p:cNvPr id="1029" name="Rectangle 5"/>
          <p:cNvSpPr>
            <a:spLocks noGrp="1" noChangeArrowheads="1"/>
          </p:cNvSpPr>
          <p:nvPr>
            <p:ph type="ftr" sz="quarter" idx="3"/>
          </p:nvPr>
        </p:nvSpPr>
        <p:spPr bwMode="auto">
          <a:xfrm>
            <a:off x="14994473" y="29975176"/>
            <a:ext cx="13902267" cy="2286000"/>
          </a:xfrm>
          <a:prstGeom prst="rect">
            <a:avLst/>
          </a:prstGeom>
          <a:noFill/>
          <a:ln w="9525">
            <a:noFill/>
            <a:miter lim="800000"/>
            <a:headEnd/>
            <a:tailEnd/>
          </a:ln>
          <a:effectLst/>
        </p:spPr>
        <p:txBody>
          <a:bodyPr vert="horz" wrap="square" lIns="512035" tIns="256017" rIns="512035" bIns="256017" numCol="1" anchor="t" anchorCtr="0" compatLnSpc="1">
            <a:prstTxWarp prst="textNoShape">
              <a:avLst/>
            </a:prstTxWarp>
          </a:bodyPr>
          <a:lstStyle>
            <a:lvl1pPr algn="ctr" eaLnBrk="1" hangingPunct="1">
              <a:defRPr sz="5867" smtClean="0">
                <a:latin typeface="Arial" charset="0"/>
                <a:ea typeface="MS PGothic" charset="0"/>
                <a:cs typeface="MS PGothic" charset="0"/>
              </a:defRPr>
            </a:lvl1pPr>
          </a:lstStyle>
          <a:p>
            <a:pPr>
              <a:defRPr/>
            </a:pPr>
            <a:endParaRPr lang="en-US"/>
          </a:p>
        </p:txBody>
      </p:sp>
      <p:sp>
        <p:nvSpPr>
          <p:cNvPr id="1030" name="Rectangle 6"/>
          <p:cNvSpPr>
            <a:spLocks noGrp="1" noChangeArrowheads="1"/>
          </p:cNvSpPr>
          <p:nvPr>
            <p:ph type="sldNum" sz="quarter" idx="4"/>
          </p:nvPr>
        </p:nvSpPr>
        <p:spPr bwMode="auto">
          <a:xfrm>
            <a:off x="31453673" y="29975176"/>
            <a:ext cx="10244667" cy="2286000"/>
          </a:xfrm>
          <a:prstGeom prst="rect">
            <a:avLst/>
          </a:prstGeom>
          <a:noFill/>
          <a:ln w="9525">
            <a:noFill/>
            <a:miter lim="800000"/>
            <a:headEnd/>
            <a:tailEnd/>
          </a:ln>
          <a:effectLst/>
        </p:spPr>
        <p:txBody>
          <a:bodyPr vert="horz" wrap="square" lIns="512035" tIns="256017" rIns="512035" bIns="256017" numCol="1" anchor="t" anchorCtr="0" compatLnSpc="1">
            <a:prstTxWarp prst="textNoShape">
              <a:avLst/>
            </a:prstTxWarp>
          </a:bodyPr>
          <a:lstStyle>
            <a:lvl1pPr algn="r" eaLnBrk="1" hangingPunct="1">
              <a:defRPr sz="5867">
                <a:latin typeface="Arial" panose="020B0604020202020204" pitchFamily="34" charset="0"/>
              </a:defRPr>
            </a:lvl1pPr>
          </a:lstStyle>
          <a:p>
            <a:fld id="{0BDB88F5-6D3C-44D6-BE49-529E82C2D525}" type="slidenum">
              <a:rPr lang="en-US" altLang="en-US"/>
              <a:pPr/>
              <a:t>‹#›</a:t>
            </a:fld>
            <a:endParaRPr lang="en-US"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899866" rtl="0" eaLnBrk="0" fontAlgn="base" hangingPunct="0">
        <a:spcBef>
          <a:spcPct val="0"/>
        </a:spcBef>
        <a:spcAft>
          <a:spcPct val="0"/>
        </a:spcAft>
        <a:defRPr sz="18664">
          <a:solidFill>
            <a:schemeClr val="tx2"/>
          </a:solidFill>
          <a:latin typeface="+mj-lt"/>
          <a:ea typeface="MS PGothic" panose="020B0600070205080204" pitchFamily="34" charset="-128"/>
          <a:cs typeface="+mj-cs"/>
        </a:defRPr>
      </a:lvl1pPr>
      <a:lvl2pPr algn="ctr" defTabSz="3899866" rtl="0" eaLnBrk="0" fontAlgn="base" hangingPunct="0">
        <a:spcBef>
          <a:spcPct val="0"/>
        </a:spcBef>
        <a:spcAft>
          <a:spcPct val="0"/>
        </a:spcAft>
        <a:defRPr sz="18664">
          <a:solidFill>
            <a:schemeClr val="tx2"/>
          </a:solidFill>
          <a:latin typeface="Arial" charset="0"/>
          <a:ea typeface="MS PGothic" panose="020B0600070205080204" pitchFamily="34" charset="-128"/>
          <a:cs typeface="Arial" charset="0"/>
        </a:defRPr>
      </a:lvl2pPr>
      <a:lvl3pPr algn="ctr" defTabSz="3899866" rtl="0" eaLnBrk="0" fontAlgn="base" hangingPunct="0">
        <a:spcBef>
          <a:spcPct val="0"/>
        </a:spcBef>
        <a:spcAft>
          <a:spcPct val="0"/>
        </a:spcAft>
        <a:defRPr sz="18664">
          <a:solidFill>
            <a:schemeClr val="tx2"/>
          </a:solidFill>
          <a:latin typeface="Arial" charset="0"/>
          <a:ea typeface="MS PGothic" panose="020B0600070205080204" pitchFamily="34" charset="-128"/>
          <a:cs typeface="Arial" charset="0"/>
        </a:defRPr>
      </a:lvl3pPr>
      <a:lvl4pPr algn="ctr" defTabSz="3899866" rtl="0" eaLnBrk="0" fontAlgn="base" hangingPunct="0">
        <a:spcBef>
          <a:spcPct val="0"/>
        </a:spcBef>
        <a:spcAft>
          <a:spcPct val="0"/>
        </a:spcAft>
        <a:defRPr sz="18664">
          <a:solidFill>
            <a:schemeClr val="tx2"/>
          </a:solidFill>
          <a:latin typeface="Arial" charset="0"/>
          <a:ea typeface="MS PGothic" panose="020B0600070205080204" pitchFamily="34" charset="-128"/>
          <a:cs typeface="Arial" charset="0"/>
        </a:defRPr>
      </a:lvl4pPr>
      <a:lvl5pPr algn="ctr" defTabSz="3899866" rtl="0" eaLnBrk="0" fontAlgn="base" hangingPunct="0">
        <a:spcBef>
          <a:spcPct val="0"/>
        </a:spcBef>
        <a:spcAft>
          <a:spcPct val="0"/>
        </a:spcAft>
        <a:defRPr sz="18664">
          <a:solidFill>
            <a:schemeClr val="tx2"/>
          </a:solidFill>
          <a:latin typeface="Arial" charset="0"/>
          <a:ea typeface="MS PGothic" panose="020B0600070205080204" pitchFamily="34" charset="-128"/>
          <a:cs typeface="Arial" charset="0"/>
        </a:defRPr>
      </a:lvl5pPr>
      <a:lvl6pPr marL="406356" algn="ctr" defTabSz="3901315" rtl="0" fontAlgn="base">
        <a:spcBef>
          <a:spcPct val="0"/>
        </a:spcBef>
        <a:spcAft>
          <a:spcPct val="0"/>
        </a:spcAft>
        <a:defRPr sz="18742">
          <a:solidFill>
            <a:schemeClr val="tx2"/>
          </a:solidFill>
          <a:latin typeface="Arial" charset="0"/>
          <a:cs typeface="Arial" charset="0"/>
        </a:defRPr>
      </a:lvl6pPr>
      <a:lvl7pPr marL="812714" algn="ctr" defTabSz="3901315" rtl="0" fontAlgn="base">
        <a:spcBef>
          <a:spcPct val="0"/>
        </a:spcBef>
        <a:spcAft>
          <a:spcPct val="0"/>
        </a:spcAft>
        <a:defRPr sz="18742">
          <a:solidFill>
            <a:schemeClr val="tx2"/>
          </a:solidFill>
          <a:latin typeface="Arial" charset="0"/>
          <a:cs typeface="Arial" charset="0"/>
        </a:defRPr>
      </a:lvl7pPr>
      <a:lvl8pPr marL="1219072" algn="ctr" defTabSz="3901315" rtl="0" fontAlgn="base">
        <a:spcBef>
          <a:spcPct val="0"/>
        </a:spcBef>
        <a:spcAft>
          <a:spcPct val="0"/>
        </a:spcAft>
        <a:defRPr sz="18742">
          <a:solidFill>
            <a:schemeClr val="tx2"/>
          </a:solidFill>
          <a:latin typeface="Arial" charset="0"/>
          <a:cs typeface="Arial" charset="0"/>
        </a:defRPr>
      </a:lvl8pPr>
      <a:lvl9pPr marL="1625431" algn="ctr" defTabSz="3901315" rtl="0" fontAlgn="base">
        <a:spcBef>
          <a:spcPct val="0"/>
        </a:spcBef>
        <a:spcAft>
          <a:spcPct val="0"/>
        </a:spcAft>
        <a:defRPr sz="18742">
          <a:solidFill>
            <a:schemeClr val="tx2"/>
          </a:solidFill>
          <a:latin typeface="Arial" charset="0"/>
          <a:cs typeface="Arial" charset="0"/>
        </a:defRPr>
      </a:lvl9pPr>
    </p:titleStyle>
    <p:bodyStyle>
      <a:lvl1pPr marL="1461745" indent="-1461745" algn="l" defTabSz="3899866" rtl="0" eaLnBrk="0" fontAlgn="base" hangingPunct="0">
        <a:spcBef>
          <a:spcPct val="20000"/>
        </a:spcBef>
        <a:spcAft>
          <a:spcPct val="0"/>
        </a:spcAft>
        <a:buChar char="•"/>
        <a:defRPr sz="13689">
          <a:solidFill>
            <a:schemeClr val="tx1"/>
          </a:solidFill>
          <a:latin typeface="+mn-lt"/>
          <a:ea typeface="MS PGothic" panose="020B0600070205080204" pitchFamily="34" charset="-128"/>
          <a:cs typeface="+mn-cs"/>
        </a:defRPr>
      </a:lvl1pPr>
      <a:lvl2pPr marL="3166173" indent="-1216240" algn="l" defTabSz="3899866" rtl="0" eaLnBrk="0" fontAlgn="base" hangingPunct="0">
        <a:spcBef>
          <a:spcPct val="20000"/>
        </a:spcBef>
        <a:spcAft>
          <a:spcPct val="0"/>
        </a:spcAft>
        <a:buChar char="–"/>
        <a:defRPr sz="11731">
          <a:solidFill>
            <a:schemeClr val="tx1"/>
          </a:solidFill>
          <a:latin typeface="+mn-lt"/>
          <a:ea typeface="Arial" charset="0"/>
          <a:cs typeface="+mn-cs"/>
        </a:defRPr>
      </a:lvl2pPr>
      <a:lvl3pPr marL="4873424" indent="-973557" algn="l" defTabSz="3899866" rtl="0" eaLnBrk="0" fontAlgn="base" hangingPunct="0">
        <a:spcBef>
          <a:spcPct val="20000"/>
        </a:spcBef>
        <a:spcAft>
          <a:spcPct val="0"/>
        </a:spcAft>
        <a:buChar char="•"/>
        <a:defRPr sz="10131">
          <a:solidFill>
            <a:schemeClr val="tx1"/>
          </a:solidFill>
          <a:latin typeface="+mn-lt"/>
          <a:ea typeface="Arial" charset="0"/>
          <a:cs typeface="+mn-cs"/>
        </a:defRPr>
      </a:lvl3pPr>
      <a:lvl4pPr marL="6826179" indent="-973557" algn="l" defTabSz="3899866" rtl="0" eaLnBrk="0" fontAlgn="base" hangingPunct="0">
        <a:spcBef>
          <a:spcPct val="20000"/>
        </a:spcBef>
        <a:spcAft>
          <a:spcPct val="0"/>
        </a:spcAft>
        <a:buChar char="–"/>
        <a:defRPr sz="8533">
          <a:solidFill>
            <a:schemeClr val="tx1"/>
          </a:solidFill>
          <a:latin typeface="+mn-lt"/>
          <a:ea typeface="Arial" charset="0"/>
          <a:cs typeface="+mn-cs"/>
        </a:defRPr>
      </a:lvl4pPr>
      <a:lvl5pPr marL="8776112" indent="-973557" algn="l" defTabSz="3899866" rtl="0" eaLnBrk="0" fontAlgn="base" hangingPunct="0">
        <a:spcBef>
          <a:spcPct val="20000"/>
        </a:spcBef>
        <a:spcAft>
          <a:spcPct val="0"/>
        </a:spcAft>
        <a:buChar char="»"/>
        <a:defRPr sz="8533">
          <a:solidFill>
            <a:schemeClr val="tx1"/>
          </a:solidFill>
          <a:latin typeface="+mn-lt"/>
          <a:ea typeface="Arial" charset="0"/>
          <a:cs typeface="+mn-cs"/>
        </a:defRPr>
      </a:lvl5pPr>
      <a:lvl6pPr marL="9183963" indent="-974977" algn="l" defTabSz="3901315" rtl="0" fontAlgn="base">
        <a:spcBef>
          <a:spcPct val="20000"/>
        </a:spcBef>
        <a:spcAft>
          <a:spcPct val="0"/>
        </a:spcAft>
        <a:buChar char="»"/>
        <a:defRPr sz="8533">
          <a:solidFill>
            <a:schemeClr val="tx1"/>
          </a:solidFill>
          <a:latin typeface="+mn-lt"/>
          <a:cs typeface="+mn-cs"/>
        </a:defRPr>
      </a:lvl6pPr>
      <a:lvl7pPr marL="9590323" indent="-974977" algn="l" defTabSz="3901315" rtl="0" fontAlgn="base">
        <a:spcBef>
          <a:spcPct val="20000"/>
        </a:spcBef>
        <a:spcAft>
          <a:spcPct val="0"/>
        </a:spcAft>
        <a:buChar char="»"/>
        <a:defRPr sz="8533">
          <a:solidFill>
            <a:schemeClr val="tx1"/>
          </a:solidFill>
          <a:latin typeface="+mn-lt"/>
          <a:cs typeface="+mn-cs"/>
        </a:defRPr>
      </a:lvl7pPr>
      <a:lvl8pPr marL="9996680" indent="-974977" algn="l" defTabSz="3901315" rtl="0" fontAlgn="base">
        <a:spcBef>
          <a:spcPct val="20000"/>
        </a:spcBef>
        <a:spcAft>
          <a:spcPct val="0"/>
        </a:spcAft>
        <a:buChar char="»"/>
        <a:defRPr sz="8533">
          <a:solidFill>
            <a:schemeClr val="tx1"/>
          </a:solidFill>
          <a:latin typeface="+mn-lt"/>
          <a:cs typeface="+mn-cs"/>
        </a:defRPr>
      </a:lvl8pPr>
      <a:lvl9pPr marL="10403038" indent="-974977" algn="l" defTabSz="3901315" rtl="0" fontAlgn="base">
        <a:spcBef>
          <a:spcPct val="20000"/>
        </a:spcBef>
        <a:spcAft>
          <a:spcPct val="0"/>
        </a:spcAft>
        <a:buChar char="»"/>
        <a:defRPr sz="8533">
          <a:solidFill>
            <a:schemeClr val="tx1"/>
          </a:solidFill>
          <a:latin typeface="+mn-lt"/>
          <a:cs typeface="+mn-cs"/>
        </a:defRPr>
      </a:lvl9pPr>
    </p:bodyStyle>
    <p:otherStyle>
      <a:defPPr>
        <a:defRPr lang="en-US"/>
      </a:defPPr>
      <a:lvl1pPr marL="0" algn="l" defTabSz="812714" rtl="0" eaLnBrk="1" latinLnBrk="0" hangingPunct="1">
        <a:defRPr sz="1600" kern="1200">
          <a:solidFill>
            <a:schemeClr val="tx1"/>
          </a:solidFill>
          <a:latin typeface="+mn-lt"/>
          <a:ea typeface="+mn-ea"/>
          <a:cs typeface="+mn-cs"/>
        </a:defRPr>
      </a:lvl1pPr>
      <a:lvl2pPr marL="406356" algn="l" defTabSz="812714" rtl="0" eaLnBrk="1" latinLnBrk="0" hangingPunct="1">
        <a:defRPr sz="1600" kern="1200">
          <a:solidFill>
            <a:schemeClr val="tx1"/>
          </a:solidFill>
          <a:latin typeface="+mn-lt"/>
          <a:ea typeface="+mn-ea"/>
          <a:cs typeface="+mn-cs"/>
        </a:defRPr>
      </a:lvl2pPr>
      <a:lvl3pPr marL="812714" algn="l" defTabSz="812714" rtl="0" eaLnBrk="1" latinLnBrk="0" hangingPunct="1">
        <a:defRPr sz="1600" kern="1200">
          <a:solidFill>
            <a:schemeClr val="tx1"/>
          </a:solidFill>
          <a:latin typeface="+mn-lt"/>
          <a:ea typeface="+mn-ea"/>
          <a:cs typeface="+mn-cs"/>
        </a:defRPr>
      </a:lvl3pPr>
      <a:lvl4pPr marL="1219072" algn="l" defTabSz="812714" rtl="0" eaLnBrk="1" latinLnBrk="0" hangingPunct="1">
        <a:defRPr sz="1600" kern="1200">
          <a:solidFill>
            <a:schemeClr val="tx1"/>
          </a:solidFill>
          <a:latin typeface="+mn-lt"/>
          <a:ea typeface="+mn-ea"/>
          <a:cs typeface="+mn-cs"/>
        </a:defRPr>
      </a:lvl4pPr>
      <a:lvl5pPr marL="1625431" algn="l" defTabSz="812714" rtl="0" eaLnBrk="1" latinLnBrk="0" hangingPunct="1">
        <a:defRPr sz="1600" kern="1200">
          <a:solidFill>
            <a:schemeClr val="tx1"/>
          </a:solidFill>
          <a:latin typeface="+mn-lt"/>
          <a:ea typeface="+mn-ea"/>
          <a:cs typeface="+mn-cs"/>
        </a:defRPr>
      </a:lvl5pPr>
      <a:lvl6pPr marL="2031789" algn="l" defTabSz="812714" rtl="0" eaLnBrk="1" latinLnBrk="0" hangingPunct="1">
        <a:defRPr sz="1600" kern="1200">
          <a:solidFill>
            <a:schemeClr val="tx1"/>
          </a:solidFill>
          <a:latin typeface="+mn-lt"/>
          <a:ea typeface="+mn-ea"/>
          <a:cs typeface="+mn-cs"/>
        </a:defRPr>
      </a:lvl6pPr>
      <a:lvl7pPr marL="2438145" algn="l" defTabSz="812714" rtl="0" eaLnBrk="1" latinLnBrk="0" hangingPunct="1">
        <a:defRPr sz="1600" kern="1200">
          <a:solidFill>
            <a:schemeClr val="tx1"/>
          </a:solidFill>
          <a:latin typeface="+mn-lt"/>
          <a:ea typeface="+mn-ea"/>
          <a:cs typeface="+mn-cs"/>
        </a:defRPr>
      </a:lvl7pPr>
      <a:lvl8pPr marL="2844503" algn="l" defTabSz="812714" rtl="0" eaLnBrk="1" latinLnBrk="0" hangingPunct="1">
        <a:defRPr sz="1600" kern="1200">
          <a:solidFill>
            <a:schemeClr val="tx1"/>
          </a:solidFill>
          <a:latin typeface="+mn-lt"/>
          <a:ea typeface="+mn-ea"/>
          <a:cs typeface="+mn-cs"/>
        </a:defRPr>
      </a:lvl8pPr>
      <a:lvl9pPr marL="3250859" algn="l" defTabSz="812714" rtl="0" eaLnBrk="1" latinLnBrk="0" hangingPunct="1">
        <a:defRPr sz="16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5.png"/><Relationship Id="rId13" Type="http://schemas.openxmlformats.org/officeDocument/2006/relationships/image" Target="../media/image10.png"/><Relationship Id="rId18" Type="http://schemas.openxmlformats.org/officeDocument/2006/relationships/image" Target="../media/image15.png"/><Relationship Id="rId26" Type="http://schemas.openxmlformats.org/officeDocument/2006/relationships/image" Target="../media/image23.svg"/><Relationship Id="rId3" Type="http://schemas.microsoft.com/office/2018/10/relationships/comments" Target="../comments/modernComment_100_0.xml"/><Relationship Id="rId21" Type="http://schemas.openxmlformats.org/officeDocument/2006/relationships/image" Target="../media/image18.png"/><Relationship Id="rId7" Type="http://schemas.openxmlformats.org/officeDocument/2006/relationships/image" Target="../media/image4.png"/><Relationship Id="rId12" Type="http://schemas.openxmlformats.org/officeDocument/2006/relationships/image" Target="../media/image9.png"/><Relationship Id="rId17" Type="http://schemas.openxmlformats.org/officeDocument/2006/relationships/image" Target="../media/image14.png"/><Relationship Id="rId25" Type="http://schemas.openxmlformats.org/officeDocument/2006/relationships/image" Target="../media/image22.png"/><Relationship Id="rId2" Type="http://schemas.openxmlformats.org/officeDocument/2006/relationships/notesSlide" Target="../notesSlides/notesSlide1.xml"/><Relationship Id="rId16" Type="http://schemas.openxmlformats.org/officeDocument/2006/relationships/image" Target="../media/image13.svg"/><Relationship Id="rId20" Type="http://schemas.openxmlformats.org/officeDocument/2006/relationships/image" Target="../media/image17.svg"/><Relationship Id="rId29" Type="http://schemas.openxmlformats.org/officeDocument/2006/relationships/image" Target="../media/image26.png"/><Relationship Id="rId1" Type="http://schemas.openxmlformats.org/officeDocument/2006/relationships/slideLayout" Target="../slideLayouts/slideLayout7.xml"/><Relationship Id="rId6" Type="http://schemas.openxmlformats.org/officeDocument/2006/relationships/image" Target="../media/image3.png"/><Relationship Id="rId11" Type="http://schemas.openxmlformats.org/officeDocument/2006/relationships/image" Target="../media/image8.png"/><Relationship Id="rId24" Type="http://schemas.openxmlformats.org/officeDocument/2006/relationships/image" Target="../media/image21.svg"/><Relationship Id="rId5" Type="http://schemas.openxmlformats.org/officeDocument/2006/relationships/image" Target="../media/image2.png"/><Relationship Id="rId15" Type="http://schemas.openxmlformats.org/officeDocument/2006/relationships/image" Target="../media/image12.png"/><Relationship Id="rId23" Type="http://schemas.openxmlformats.org/officeDocument/2006/relationships/image" Target="../media/image20.png"/><Relationship Id="rId28" Type="http://schemas.openxmlformats.org/officeDocument/2006/relationships/image" Target="../media/image25.svg"/><Relationship Id="rId10" Type="http://schemas.openxmlformats.org/officeDocument/2006/relationships/image" Target="../media/image7.png"/><Relationship Id="rId19" Type="http://schemas.openxmlformats.org/officeDocument/2006/relationships/image" Target="../media/image16.png"/><Relationship Id="rId31" Type="http://schemas.openxmlformats.org/officeDocument/2006/relationships/image" Target="../media/image28.png"/><Relationship Id="rId4" Type="http://schemas.openxmlformats.org/officeDocument/2006/relationships/image" Target="../media/image1.png"/><Relationship Id="rId9" Type="http://schemas.openxmlformats.org/officeDocument/2006/relationships/image" Target="../media/image6.png"/><Relationship Id="rId14" Type="http://schemas.openxmlformats.org/officeDocument/2006/relationships/image" Target="../media/image11.png"/><Relationship Id="rId22" Type="http://schemas.openxmlformats.org/officeDocument/2006/relationships/image" Target="../media/image19.svg"/><Relationship Id="rId27" Type="http://schemas.openxmlformats.org/officeDocument/2006/relationships/image" Target="../media/image24.png"/><Relationship Id="rId30" Type="http://schemas.openxmlformats.org/officeDocument/2006/relationships/image" Target="../media/image27.png"/></Relationships>
</file>

<file path=ppt/slides/_rels/slide2.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image" Target="../media/image29.png"/><Relationship Id="rId1" Type="http://schemas.openxmlformats.org/officeDocument/2006/relationships/slideLayout" Target="../slideLayouts/slideLayout7.xml"/><Relationship Id="rId6" Type="http://schemas.openxmlformats.org/officeDocument/2006/relationships/image" Target="../media/image4.pn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s>
</file>

<file path=ppt/slides/_rels/slide3.xml.rels><?xml version="1.0" encoding="UTF-8" standalone="yes"?>
<Relationships xmlns="http://schemas.openxmlformats.org/package/2006/relationships"><Relationship Id="rId3" Type="http://schemas.openxmlformats.org/officeDocument/2006/relationships/image" Target="../media/image31.svg"/><Relationship Id="rId2" Type="http://schemas.openxmlformats.org/officeDocument/2006/relationships/image" Target="../media/image30.png"/><Relationship Id="rId1" Type="http://schemas.openxmlformats.org/officeDocument/2006/relationships/slideLayout" Target="../slideLayouts/slideLayout7.xml"/><Relationship Id="rId5" Type="http://schemas.openxmlformats.org/officeDocument/2006/relationships/image" Target="../media/image33.svg"/><Relationship Id="rId4" Type="http://schemas.openxmlformats.org/officeDocument/2006/relationships/image" Target="../media/image32.png"/></Relationships>
</file>

<file path=ppt/slides/_rels/slide4.xml.rels><?xml version="1.0" encoding="UTF-8" standalone="yes"?>
<Relationships xmlns="http://schemas.openxmlformats.org/package/2006/relationships"><Relationship Id="rId8" Type="http://schemas.openxmlformats.org/officeDocument/2006/relationships/image" Target="../media/image19.svg"/><Relationship Id="rId3" Type="http://schemas.openxmlformats.org/officeDocument/2006/relationships/image" Target="../media/image16.png"/><Relationship Id="rId7" Type="http://schemas.openxmlformats.org/officeDocument/2006/relationships/image" Target="../media/image18.png"/><Relationship Id="rId2" Type="http://schemas.openxmlformats.org/officeDocument/2006/relationships/image" Target="../media/image10.png"/><Relationship Id="rId1" Type="http://schemas.openxmlformats.org/officeDocument/2006/relationships/slideLayout" Target="../slideLayouts/slideLayout7.xml"/><Relationship Id="rId6" Type="http://schemas.openxmlformats.org/officeDocument/2006/relationships/image" Target="../media/image21.svg"/><Relationship Id="rId5" Type="http://schemas.openxmlformats.org/officeDocument/2006/relationships/image" Target="../media/image20.png"/><Relationship Id="rId4" Type="http://schemas.openxmlformats.org/officeDocument/2006/relationships/image" Target="../media/image17.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5621" name="Group 15620">
            <a:extLst>
              <a:ext uri="{FF2B5EF4-FFF2-40B4-BE49-F238E27FC236}">
                <a16:creationId xmlns:a16="http://schemas.microsoft.com/office/drawing/2014/main" id="{5C45E275-5A15-8C98-B9C5-16C75C23860A}"/>
              </a:ext>
            </a:extLst>
          </p:cNvPr>
          <p:cNvGrpSpPr/>
          <p:nvPr/>
        </p:nvGrpSpPr>
        <p:grpSpPr>
          <a:xfrm>
            <a:off x="3779671" y="16218296"/>
            <a:ext cx="10697765" cy="10056750"/>
            <a:chOff x="3779671" y="16218296"/>
            <a:chExt cx="10697765" cy="10056750"/>
          </a:xfrm>
        </p:grpSpPr>
        <p:grpSp>
          <p:nvGrpSpPr>
            <p:cNvPr id="15606" name="Group 15605">
              <a:extLst>
                <a:ext uri="{FF2B5EF4-FFF2-40B4-BE49-F238E27FC236}">
                  <a16:creationId xmlns:a16="http://schemas.microsoft.com/office/drawing/2014/main" id="{B0CC5957-EC01-CDC2-ADAF-5A0141831C57}"/>
                </a:ext>
              </a:extLst>
            </p:cNvPr>
            <p:cNvGrpSpPr/>
            <p:nvPr/>
          </p:nvGrpSpPr>
          <p:grpSpPr>
            <a:xfrm>
              <a:off x="3779671" y="16218296"/>
              <a:ext cx="10697765" cy="10056750"/>
              <a:chOff x="18887859" y="360968"/>
              <a:chExt cx="6543891" cy="6151778"/>
            </a:xfrm>
          </p:grpSpPr>
          <p:pic>
            <p:nvPicPr>
              <p:cNvPr id="15607" name="Picture 15606" descr="A green check mark on a grey background&#10;&#10;Description automatically generated">
                <a:extLst>
                  <a:ext uri="{FF2B5EF4-FFF2-40B4-BE49-F238E27FC236}">
                    <a16:creationId xmlns:a16="http://schemas.microsoft.com/office/drawing/2014/main" id="{BFD42068-273C-19B5-B61E-D2752FACB16C}"/>
                  </a:ext>
                </a:extLst>
              </p:cNvPr>
              <p:cNvPicPr>
                <a:picLocks noChangeAspect="1"/>
              </p:cNvPicPr>
              <p:nvPr/>
            </p:nvPicPr>
            <p:blipFill rotWithShape="1">
              <a:blip r:embed="rId4"/>
              <a:srcRect l="14791" t="15087" r="12450" b="22936"/>
              <a:stretch/>
            </p:blipFill>
            <p:spPr>
              <a:xfrm>
                <a:off x="19244972" y="4622666"/>
                <a:ext cx="2991981" cy="1890080"/>
              </a:xfrm>
              <a:prstGeom prst="rect">
                <a:avLst/>
              </a:prstGeom>
              <a:solidFill>
                <a:srgbClr val="FFFFFF">
                  <a:shade val="85000"/>
                </a:srgbClr>
              </a:solidFill>
              <a:ln w="88900" cap="sq">
                <a:solidFill>
                  <a:srgbClr val="C00000"/>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15608" name="Picture 15607" descr="A computer screen shot&#10;&#10;Description automatically generated">
                <a:extLst>
                  <a:ext uri="{FF2B5EF4-FFF2-40B4-BE49-F238E27FC236}">
                    <a16:creationId xmlns:a16="http://schemas.microsoft.com/office/drawing/2014/main" id="{7AF89E18-68CC-9284-01FB-59B8ECC6A7F3}"/>
                  </a:ext>
                </a:extLst>
              </p:cNvPr>
              <p:cNvPicPr>
                <a:picLocks noChangeAspect="1"/>
              </p:cNvPicPr>
              <p:nvPr/>
            </p:nvPicPr>
            <p:blipFill rotWithShape="1">
              <a:blip r:embed="rId5"/>
              <a:srcRect l="17658" t="18357" r="18046" b="25816"/>
              <a:stretch/>
            </p:blipFill>
            <p:spPr>
              <a:xfrm>
                <a:off x="22543408" y="4676154"/>
                <a:ext cx="2888342" cy="1819031"/>
              </a:xfrm>
              <a:prstGeom prst="rect">
                <a:avLst/>
              </a:prstGeom>
              <a:solidFill>
                <a:srgbClr val="FFFFFF">
                  <a:shade val="85000"/>
                </a:srgbClr>
              </a:solidFill>
              <a:ln w="88900" cap="sq">
                <a:solidFill>
                  <a:srgbClr val="C00000"/>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15609" name="Picture 15608" descr="A white cross on a gray background&#10;&#10;Description automatically generated">
                <a:extLst>
                  <a:ext uri="{FF2B5EF4-FFF2-40B4-BE49-F238E27FC236}">
                    <a16:creationId xmlns:a16="http://schemas.microsoft.com/office/drawing/2014/main" id="{A316990F-59C7-631E-47E9-456D55904891}"/>
                  </a:ext>
                </a:extLst>
              </p:cNvPr>
              <p:cNvPicPr>
                <a:picLocks noChangeAspect="1"/>
              </p:cNvPicPr>
              <p:nvPr/>
            </p:nvPicPr>
            <p:blipFill rotWithShape="1">
              <a:blip r:embed="rId6"/>
              <a:srcRect l="2620" t="7420" r="2620" b="4981"/>
              <a:stretch/>
            </p:blipFill>
            <p:spPr>
              <a:xfrm>
                <a:off x="20965957" y="2971697"/>
                <a:ext cx="2848448" cy="1890080"/>
              </a:xfrm>
              <a:prstGeom prst="rect">
                <a:avLst/>
              </a:prstGeom>
              <a:solidFill>
                <a:srgbClr val="FFFFFF">
                  <a:shade val="85000"/>
                </a:srgbClr>
              </a:solidFill>
              <a:ln w="88900" cap="sq">
                <a:solidFill>
                  <a:srgbClr val="C00000"/>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15610" name="Picture 15609" descr="A grey background with white text&#10;&#10;Description automatically generated">
                <a:extLst>
                  <a:ext uri="{FF2B5EF4-FFF2-40B4-BE49-F238E27FC236}">
                    <a16:creationId xmlns:a16="http://schemas.microsoft.com/office/drawing/2014/main" id="{E95A9EFF-122D-C651-FDF5-564B82E90BBA}"/>
                  </a:ext>
                </a:extLst>
              </p:cNvPr>
              <p:cNvPicPr>
                <a:picLocks noChangeAspect="1"/>
              </p:cNvPicPr>
              <p:nvPr/>
            </p:nvPicPr>
            <p:blipFill>
              <a:blip r:embed="rId7"/>
              <a:stretch>
                <a:fillRect/>
              </a:stretch>
            </p:blipFill>
            <p:spPr>
              <a:xfrm>
                <a:off x="19926908" y="1639461"/>
                <a:ext cx="2848448" cy="1943823"/>
              </a:xfrm>
              <a:prstGeom prst="rect">
                <a:avLst/>
              </a:prstGeom>
              <a:solidFill>
                <a:srgbClr val="FFFFFF">
                  <a:shade val="85000"/>
                </a:srgbClr>
              </a:solidFill>
              <a:ln w="88900" cap="sq">
                <a:solidFill>
                  <a:srgbClr val="C00000"/>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15611" name="Picture 15610" descr="A computer and a keyboard&#10;&#10;Description automatically generated with medium confidence">
                <a:extLst>
                  <a:ext uri="{FF2B5EF4-FFF2-40B4-BE49-F238E27FC236}">
                    <a16:creationId xmlns:a16="http://schemas.microsoft.com/office/drawing/2014/main" id="{BD10086D-C152-9AEB-CD34-13177C8F6D4A}"/>
                  </a:ext>
                </a:extLst>
              </p:cNvPr>
              <p:cNvPicPr>
                <a:picLocks noChangeAspect="1"/>
              </p:cNvPicPr>
              <p:nvPr/>
            </p:nvPicPr>
            <p:blipFill rotWithShape="1">
              <a:blip r:embed="rId8"/>
              <a:srcRect l="2378" t="5420" r="2378" b="9853"/>
              <a:stretch/>
            </p:blipFill>
            <p:spPr>
              <a:xfrm>
                <a:off x="18887859" y="360968"/>
                <a:ext cx="2848448" cy="1919430"/>
              </a:xfrm>
              <a:prstGeom prst="rect">
                <a:avLst/>
              </a:prstGeom>
              <a:solidFill>
                <a:srgbClr val="FFFFFF">
                  <a:shade val="85000"/>
                </a:srgbClr>
              </a:solidFill>
              <a:ln w="88900" cap="sq">
                <a:solidFill>
                  <a:srgbClr val="C00000"/>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grpSp>
            <p:nvGrpSpPr>
              <p:cNvPr id="15612" name="Group 15611">
                <a:extLst>
                  <a:ext uri="{FF2B5EF4-FFF2-40B4-BE49-F238E27FC236}">
                    <a16:creationId xmlns:a16="http://schemas.microsoft.com/office/drawing/2014/main" id="{60B2107B-4199-FD0C-4076-CA2B2F109B20}"/>
                  </a:ext>
                </a:extLst>
              </p:cNvPr>
              <p:cNvGrpSpPr/>
              <p:nvPr/>
            </p:nvGrpSpPr>
            <p:grpSpPr>
              <a:xfrm>
                <a:off x="22071524" y="360968"/>
                <a:ext cx="3360226" cy="995434"/>
                <a:chOff x="3514264" y="206684"/>
                <a:chExt cx="3360226" cy="995434"/>
              </a:xfrm>
            </p:grpSpPr>
            <p:pic>
              <p:nvPicPr>
                <p:cNvPr id="15613" name="Picture 15612">
                  <a:extLst>
                    <a:ext uri="{FF2B5EF4-FFF2-40B4-BE49-F238E27FC236}">
                      <a16:creationId xmlns:a16="http://schemas.microsoft.com/office/drawing/2014/main" id="{8F1F804F-2F4C-1C69-0ED4-456A517A34F3}"/>
                    </a:ext>
                  </a:extLst>
                </p:cNvPr>
                <p:cNvPicPr>
                  <a:picLocks noChangeAspect="1"/>
                </p:cNvPicPr>
                <p:nvPr/>
              </p:nvPicPr>
              <p:blipFill>
                <a:blip r:embed="rId9"/>
                <a:stretch>
                  <a:fillRect/>
                </a:stretch>
              </p:blipFill>
              <p:spPr>
                <a:xfrm>
                  <a:off x="3514264" y="206684"/>
                  <a:ext cx="1027916" cy="990673"/>
                </a:xfrm>
                <a:prstGeom prst="rect">
                  <a:avLst/>
                </a:prstGeom>
                <a:solidFill>
                  <a:srgbClr val="FFFFFF">
                    <a:shade val="85000"/>
                  </a:srgbClr>
                </a:solidFill>
                <a:ln w="88900" cap="sq">
                  <a:solidFill>
                    <a:srgbClr val="C00000"/>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15614" name="Picture 15613" descr="A grey square with a person's head&#10;&#10;Description automatically generated">
                  <a:extLst>
                    <a:ext uri="{FF2B5EF4-FFF2-40B4-BE49-F238E27FC236}">
                      <a16:creationId xmlns:a16="http://schemas.microsoft.com/office/drawing/2014/main" id="{2172C1AD-5BEC-2CFE-FCB3-472B60E2C225}"/>
                    </a:ext>
                  </a:extLst>
                </p:cNvPr>
                <p:cNvPicPr>
                  <a:picLocks noChangeAspect="1"/>
                </p:cNvPicPr>
                <p:nvPr/>
              </p:nvPicPr>
              <p:blipFill>
                <a:blip r:embed="rId10"/>
                <a:stretch>
                  <a:fillRect/>
                </a:stretch>
              </p:blipFill>
              <p:spPr>
                <a:xfrm>
                  <a:off x="4717835" y="206684"/>
                  <a:ext cx="982991" cy="995434"/>
                </a:xfrm>
                <a:prstGeom prst="rect">
                  <a:avLst/>
                </a:prstGeom>
                <a:solidFill>
                  <a:srgbClr val="FFFFFF">
                    <a:shade val="85000"/>
                  </a:srgbClr>
                </a:solidFill>
                <a:ln w="88900" cap="sq">
                  <a:solidFill>
                    <a:srgbClr val="C00000"/>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15615" name="Picture 15614" descr="A person with a smile on his face&#10;&#10;Description automatically generated">
                  <a:extLst>
                    <a:ext uri="{FF2B5EF4-FFF2-40B4-BE49-F238E27FC236}">
                      <a16:creationId xmlns:a16="http://schemas.microsoft.com/office/drawing/2014/main" id="{7957BC4D-151A-EB1E-5CAE-777FF2B16B20}"/>
                    </a:ext>
                  </a:extLst>
                </p:cNvPr>
                <p:cNvPicPr>
                  <a:picLocks noChangeAspect="1"/>
                </p:cNvPicPr>
                <p:nvPr/>
              </p:nvPicPr>
              <p:blipFill>
                <a:blip r:embed="rId11"/>
                <a:stretch>
                  <a:fillRect/>
                </a:stretch>
              </p:blipFill>
              <p:spPr>
                <a:xfrm>
                  <a:off x="5883817" y="206684"/>
                  <a:ext cx="990673" cy="990673"/>
                </a:xfrm>
                <a:prstGeom prst="rect">
                  <a:avLst/>
                </a:prstGeom>
                <a:solidFill>
                  <a:srgbClr val="FFFFFF">
                    <a:shade val="85000"/>
                  </a:srgbClr>
                </a:solidFill>
                <a:ln w="88900" cap="sq">
                  <a:solidFill>
                    <a:srgbClr val="C00000"/>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grpSp>
        </p:grpSp>
        <p:sp>
          <p:nvSpPr>
            <p:cNvPr id="15616" name="Rectangle 15615">
              <a:extLst>
                <a:ext uri="{FF2B5EF4-FFF2-40B4-BE49-F238E27FC236}">
                  <a16:creationId xmlns:a16="http://schemas.microsoft.com/office/drawing/2014/main" id="{946783DC-D597-2C29-6191-5B3893CFCF5D}"/>
                </a:ext>
              </a:extLst>
            </p:cNvPr>
            <p:cNvSpPr/>
            <p:nvPr/>
          </p:nvSpPr>
          <p:spPr bwMode="auto">
            <a:xfrm>
              <a:off x="4019981" y="18563950"/>
              <a:ext cx="1803026" cy="552682"/>
            </a:xfrm>
            <a:prstGeom prst="rect">
              <a:avLst/>
            </a:prstGeom>
            <a:solidFill>
              <a:srgbClr val="848484"/>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r>
                <a:rPr kumimoji="0" lang="en-US" sz="3000" b="0" i="0" u="none" strike="noStrike" cap="none" normalizeH="0" baseline="0" dirty="0">
                  <a:ln>
                    <a:noFill/>
                  </a:ln>
                  <a:solidFill>
                    <a:schemeClr val="bg1"/>
                  </a:solidFill>
                  <a:effectLst/>
                  <a:latin typeface="Arial" charset="0"/>
                  <a:cs typeface="Arial" charset="0"/>
                </a:rPr>
                <a:t>Share $8</a:t>
              </a:r>
            </a:p>
          </p:txBody>
        </p:sp>
        <p:sp>
          <p:nvSpPr>
            <p:cNvPr id="15618" name="Rectangle 15617">
              <a:extLst>
                <a:ext uri="{FF2B5EF4-FFF2-40B4-BE49-F238E27FC236}">
                  <a16:creationId xmlns:a16="http://schemas.microsoft.com/office/drawing/2014/main" id="{C6024063-9D2C-50D8-70B5-FC3D7C6F49F8}"/>
                </a:ext>
              </a:extLst>
            </p:cNvPr>
            <p:cNvSpPr/>
            <p:nvPr/>
          </p:nvSpPr>
          <p:spPr bwMode="auto">
            <a:xfrm>
              <a:off x="6502102" y="18568097"/>
              <a:ext cx="1803026" cy="552682"/>
            </a:xfrm>
            <a:prstGeom prst="rect">
              <a:avLst/>
            </a:prstGeom>
            <a:solidFill>
              <a:srgbClr val="848484"/>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r>
                <a:rPr kumimoji="0" lang="en-US" sz="3000" b="0" i="0" u="none" strike="noStrike" cap="none" normalizeH="0" baseline="0" dirty="0">
                  <a:ln>
                    <a:noFill/>
                  </a:ln>
                  <a:solidFill>
                    <a:schemeClr val="bg1"/>
                  </a:solidFill>
                  <a:effectLst/>
                  <a:latin typeface="Arial" charset="0"/>
                  <a:cs typeface="Arial" charset="0"/>
                </a:rPr>
                <a:t>Share $2</a:t>
              </a:r>
            </a:p>
          </p:txBody>
        </p:sp>
        <p:sp>
          <p:nvSpPr>
            <p:cNvPr id="15619" name="Rectangle 15618">
              <a:extLst>
                <a:ext uri="{FF2B5EF4-FFF2-40B4-BE49-F238E27FC236}">
                  <a16:creationId xmlns:a16="http://schemas.microsoft.com/office/drawing/2014/main" id="{8EBB5886-1680-B3C7-DEC7-CD388B0CA60C}"/>
                </a:ext>
              </a:extLst>
            </p:cNvPr>
            <p:cNvSpPr/>
            <p:nvPr/>
          </p:nvSpPr>
          <p:spPr bwMode="auto">
            <a:xfrm>
              <a:off x="7005674" y="19674283"/>
              <a:ext cx="1978245" cy="552682"/>
            </a:xfrm>
            <a:prstGeom prst="rect">
              <a:avLst/>
            </a:prstGeom>
            <a:solidFill>
              <a:srgbClr val="848484"/>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r>
                <a:rPr kumimoji="0" lang="en-US" sz="3000" b="0" i="0" u="none" strike="noStrike" cap="none" normalizeH="0" baseline="0" dirty="0">
                  <a:ln>
                    <a:noFill/>
                  </a:ln>
                  <a:solidFill>
                    <a:schemeClr val="bg1"/>
                  </a:solidFill>
                  <a:effectLst/>
                  <a:latin typeface="Arial" charset="0"/>
                  <a:cs typeface="Arial" charset="0"/>
                </a:rPr>
                <a:t>Loading…</a:t>
              </a:r>
            </a:p>
          </p:txBody>
        </p:sp>
        <p:sp>
          <p:nvSpPr>
            <p:cNvPr id="15620" name="Rectangle 15619">
              <a:extLst>
                <a:ext uri="{FF2B5EF4-FFF2-40B4-BE49-F238E27FC236}">
                  <a16:creationId xmlns:a16="http://schemas.microsoft.com/office/drawing/2014/main" id="{98A52E85-D70D-5398-4E75-D523A6EBBF49}"/>
                </a:ext>
              </a:extLst>
            </p:cNvPr>
            <p:cNvSpPr/>
            <p:nvPr/>
          </p:nvSpPr>
          <p:spPr bwMode="auto">
            <a:xfrm>
              <a:off x="9139048" y="21549198"/>
              <a:ext cx="704737" cy="718761"/>
            </a:xfrm>
            <a:prstGeom prst="rect">
              <a:avLst/>
            </a:prstGeom>
            <a:solidFill>
              <a:srgbClr val="848484"/>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4389438" rtl="0" eaLnBrk="1" fontAlgn="base" latinLnBrk="0" hangingPunct="1">
                <a:lnSpc>
                  <a:spcPct val="100000"/>
                </a:lnSpc>
                <a:spcBef>
                  <a:spcPct val="0"/>
                </a:spcBef>
                <a:spcAft>
                  <a:spcPct val="0"/>
                </a:spcAft>
                <a:buClrTx/>
                <a:buSzTx/>
                <a:buFontTx/>
                <a:buNone/>
                <a:tabLst/>
              </a:pPr>
              <a:r>
                <a:rPr kumimoji="0" lang="en-US" sz="5000" b="0" i="0" u="none" strike="noStrike" cap="none" normalizeH="0" baseline="0" dirty="0">
                  <a:ln>
                    <a:noFill/>
                  </a:ln>
                  <a:solidFill>
                    <a:schemeClr val="bg1"/>
                  </a:solidFill>
                  <a:effectLst/>
                  <a:latin typeface="Arial" charset="0"/>
                  <a:cs typeface="Arial" charset="0"/>
                </a:rPr>
                <a:t>+</a:t>
              </a:r>
            </a:p>
          </p:txBody>
        </p:sp>
      </p:grpSp>
      <p:grpSp>
        <p:nvGrpSpPr>
          <p:cNvPr id="15428" name="Group 15427">
            <a:extLst>
              <a:ext uri="{FF2B5EF4-FFF2-40B4-BE49-F238E27FC236}">
                <a16:creationId xmlns:a16="http://schemas.microsoft.com/office/drawing/2014/main" id="{788D9291-9D84-C5C9-22EF-259D72BF4C72}"/>
              </a:ext>
            </a:extLst>
          </p:cNvPr>
          <p:cNvGrpSpPr/>
          <p:nvPr/>
        </p:nvGrpSpPr>
        <p:grpSpPr>
          <a:xfrm>
            <a:off x="10524474" y="18375577"/>
            <a:ext cx="4086526" cy="4565394"/>
            <a:chOff x="10579516" y="17749339"/>
            <a:chExt cx="4086526" cy="4565394"/>
          </a:xfrm>
        </p:grpSpPr>
        <p:grpSp>
          <p:nvGrpSpPr>
            <p:cNvPr id="65" name="Group 64">
              <a:extLst>
                <a:ext uri="{FF2B5EF4-FFF2-40B4-BE49-F238E27FC236}">
                  <a16:creationId xmlns:a16="http://schemas.microsoft.com/office/drawing/2014/main" id="{89055108-BE18-C2C5-0FF5-A55BEBB4A05F}"/>
                </a:ext>
              </a:extLst>
            </p:cNvPr>
            <p:cNvGrpSpPr/>
            <p:nvPr/>
          </p:nvGrpSpPr>
          <p:grpSpPr>
            <a:xfrm>
              <a:off x="10579516" y="17749339"/>
              <a:ext cx="3543576" cy="1716829"/>
              <a:chOff x="10597863" y="17642945"/>
              <a:chExt cx="3543576" cy="1716829"/>
            </a:xfrm>
          </p:grpSpPr>
          <p:sp>
            <p:nvSpPr>
              <p:cNvPr id="15" name="Rectangle 14">
                <a:extLst>
                  <a:ext uri="{FF2B5EF4-FFF2-40B4-BE49-F238E27FC236}">
                    <a16:creationId xmlns:a16="http://schemas.microsoft.com/office/drawing/2014/main" id="{353421B0-7681-A37B-CA3F-986E07C1DB77}"/>
                  </a:ext>
                </a:extLst>
              </p:cNvPr>
              <p:cNvSpPr/>
              <p:nvPr/>
            </p:nvSpPr>
            <p:spPr bwMode="auto">
              <a:xfrm>
                <a:off x="10597863" y="17642945"/>
                <a:ext cx="3543576" cy="1716829"/>
              </a:xfrm>
              <a:prstGeom prst="rect">
                <a:avLst/>
              </a:prstGeom>
              <a:solidFill>
                <a:srgbClr val="FAF86D">
                  <a:alpha val="82294"/>
                </a:srgbClr>
              </a:solidFill>
              <a:ln w="5715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charset="0"/>
                  <a:cs typeface="Arial" charset="0"/>
                </a:endParaRPr>
              </a:p>
            </p:txBody>
          </p:sp>
          <p:sp>
            <p:nvSpPr>
              <p:cNvPr id="8" name="TextBox 7">
                <a:extLst>
                  <a:ext uri="{FF2B5EF4-FFF2-40B4-BE49-F238E27FC236}">
                    <a16:creationId xmlns:a16="http://schemas.microsoft.com/office/drawing/2014/main" id="{8F94C34F-C114-09E7-7592-2C68A047774A}"/>
                  </a:ext>
                </a:extLst>
              </p:cNvPr>
              <p:cNvSpPr txBox="1"/>
              <p:nvPr/>
            </p:nvSpPr>
            <p:spPr>
              <a:xfrm>
                <a:off x="10597863" y="17717299"/>
                <a:ext cx="3386365" cy="156966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3200" b="1" dirty="0">
                    <a:latin typeface="Helvetica"/>
                    <a:ea typeface="MS PGothic"/>
                  </a:rPr>
                  <a:t>Scan the QR code to see the</a:t>
                </a:r>
                <a:endParaRPr lang="en-US" sz="3200" b="1" dirty="0"/>
              </a:p>
              <a:p>
                <a:pPr algn="ctr"/>
                <a:r>
                  <a:rPr lang="en-US" sz="3200" b="1" u="sng" dirty="0">
                    <a:latin typeface="Helvetica"/>
                    <a:ea typeface="MS PGothic"/>
                  </a:rPr>
                  <a:t>Pre-registration!</a:t>
                </a:r>
                <a:endParaRPr lang="en-US" sz="3200" b="1" u="sng" dirty="0"/>
              </a:p>
            </p:txBody>
          </p:sp>
        </p:grpSp>
        <p:pic>
          <p:nvPicPr>
            <p:cNvPr id="7" name="Picture 6">
              <a:extLst>
                <a:ext uri="{FF2B5EF4-FFF2-40B4-BE49-F238E27FC236}">
                  <a16:creationId xmlns:a16="http://schemas.microsoft.com/office/drawing/2014/main" id="{E5B61256-0745-91A9-AD49-FA138651C227}"/>
                </a:ext>
              </a:extLst>
            </p:cNvPr>
            <p:cNvPicPr>
              <a:picLocks noChangeAspect="1"/>
            </p:cNvPicPr>
            <p:nvPr/>
          </p:nvPicPr>
          <p:blipFill>
            <a:blip r:embed="rId12"/>
            <a:stretch>
              <a:fillRect/>
            </a:stretch>
          </p:blipFill>
          <p:spPr>
            <a:xfrm>
              <a:off x="12246737" y="19903601"/>
              <a:ext cx="2419305" cy="2411132"/>
            </a:xfrm>
            <a:prstGeom prst="rect">
              <a:avLst/>
            </a:prstGeom>
          </p:spPr>
        </p:pic>
      </p:grpSp>
      <p:sp>
        <p:nvSpPr>
          <p:cNvPr id="15365" name="Rectangle 162"/>
          <p:cNvSpPr>
            <a:spLocks noChangeArrowheads="1"/>
          </p:cNvSpPr>
          <p:nvPr/>
        </p:nvSpPr>
        <p:spPr bwMode="auto">
          <a:xfrm>
            <a:off x="162957" y="12488003"/>
            <a:ext cx="14710114" cy="18312188"/>
          </a:xfrm>
          <a:prstGeom prst="rect">
            <a:avLst/>
          </a:prstGeom>
          <a:noFill/>
          <a:ln w="76200">
            <a:solidFill>
              <a:srgbClr val="C00000"/>
            </a:solidFill>
            <a:miter lim="800000"/>
            <a:headEnd/>
            <a:tailEnd/>
          </a:ln>
          <a:extLst>
            <a:ext uri="{909E8E84-426E-40DD-AFC4-6F175D3DCCD1}">
              <a14:hiddenFill xmlns:a14="http://schemas.microsoft.com/office/drawing/2010/main">
                <a:solidFill>
                  <a:srgbClr val="FFFFFF"/>
                </a:solidFill>
              </a14:hiddenFill>
            </a:ext>
          </a:extLst>
        </p:spPr>
        <p:txBody>
          <a:bodyPr wrap="none" lIns="81274" tIns="40638" rIns="81274" bIns="40638" anchor="ct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eaLnBrk="1" hangingPunct="1"/>
            <a:endParaRPr lang="en-US" altLang="en-US" sz="1245">
              <a:latin typeface="Trebuchet MS" panose="020B0603020202020204" pitchFamily="34" charset="0"/>
            </a:endParaRPr>
          </a:p>
        </p:txBody>
      </p:sp>
      <p:sp>
        <p:nvSpPr>
          <p:cNvPr id="15367" name="Rectangle 162"/>
          <p:cNvSpPr>
            <a:spLocks noChangeArrowheads="1"/>
          </p:cNvSpPr>
          <p:nvPr/>
        </p:nvSpPr>
        <p:spPr bwMode="auto">
          <a:xfrm>
            <a:off x="15456311" y="4238464"/>
            <a:ext cx="14842502" cy="9451143"/>
          </a:xfrm>
          <a:prstGeom prst="rect">
            <a:avLst/>
          </a:prstGeom>
          <a:noFill/>
          <a:ln w="76200">
            <a:solidFill>
              <a:srgbClr val="C00000"/>
            </a:solidFill>
            <a:miter lim="800000"/>
            <a:headEnd/>
            <a:tailEnd/>
          </a:ln>
          <a:extLst>
            <a:ext uri="{909E8E84-426E-40DD-AFC4-6F175D3DCCD1}">
              <a14:hiddenFill xmlns:a14="http://schemas.microsoft.com/office/drawing/2010/main">
                <a:solidFill>
                  <a:srgbClr val="FFFFFF"/>
                </a:solidFill>
              </a14:hiddenFill>
            </a:ext>
          </a:extLst>
        </p:spPr>
        <p:txBody>
          <a:bodyPr wrap="none" lIns="81274" tIns="40638" rIns="81274" bIns="40638" anchor="ct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eaLnBrk="1" hangingPunct="1"/>
            <a:endParaRPr lang="en-US" altLang="en-US" sz="1245">
              <a:latin typeface="Trebuchet MS" panose="020B0603020202020204" pitchFamily="34" charset="0"/>
            </a:endParaRPr>
          </a:p>
        </p:txBody>
      </p:sp>
      <p:sp>
        <p:nvSpPr>
          <p:cNvPr id="15388" name="TextBox 2"/>
          <p:cNvSpPr txBox="1">
            <a:spLocks noChangeArrowheads="1"/>
          </p:cNvSpPr>
          <p:nvPr/>
        </p:nvSpPr>
        <p:spPr bwMode="auto">
          <a:xfrm>
            <a:off x="4842671" y="1755462"/>
            <a:ext cx="33932768" cy="19389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1440" tIns="45720" rIns="91440" bIns="45720" anchor="t">
            <a:spAutoFit/>
          </a:bodyP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eaLnBrk="1" hangingPunct="1"/>
            <a:r>
              <a:rPr lang="en-US" sz="4000" i="0" dirty="0">
                <a:solidFill>
                  <a:srgbClr val="000000"/>
                </a:solidFill>
                <a:effectLst/>
                <a:latin typeface="Trebuchet MS" panose="020B0703020202090204" pitchFamily="34" charset="0"/>
              </a:rPr>
              <a:t>Abraham Dachs</a:t>
            </a:r>
            <a:r>
              <a:rPr lang="en-US" sz="4000" i="0" baseline="30000" dirty="0">
                <a:solidFill>
                  <a:srgbClr val="000000"/>
                </a:solidFill>
                <a:effectLst/>
                <a:latin typeface="Trebuchet MS" panose="020B0703020202090204" pitchFamily="34" charset="0"/>
              </a:rPr>
              <a:t>1</a:t>
            </a:r>
            <a:r>
              <a:rPr lang="en-US" sz="4000" i="0" dirty="0">
                <a:solidFill>
                  <a:srgbClr val="000000"/>
                </a:solidFill>
                <a:effectLst/>
                <a:latin typeface="Trebuchet MS" panose="020B0703020202090204" pitchFamily="34" charset="0"/>
              </a:rPr>
              <a:t>, Cooper J. Sharp</a:t>
            </a:r>
            <a:r>
              <a:rPr lang="en-US" sz="4000" i="0" baseline="30000" dirty="0">
                <a:solidFill>
                  <a:srgbClr val="000000"/>
                </a:solidFill>
                <a:effectLst/>
                <a:latin typeface="Trebuchet MS" panose="020B0703020202090204" pitchFamily="34" charset="0"/>
              </a:rPr>
              <a:t>1</a:t>
            </a:r>
            <a:r>
              <a:rPr lang="en-US" sz="4000" i="0" dirty="0">
                <a:solidFill>
                  <a:srgbClr val="000000"/>
                </a:solidFill>
                <a:effectLst/>
                <a:latin typeface="Trebuchet MS" panose="020B0703020202090204" pitchFamily="34" charset="0"/>
              </a:rPr>
              <a:t>, Enes Yanilmaz</a:t>
            </a:r>
            <a:r>
              <a:rPr lang="en-US" sz="4000" i="0" baseline="30000" dirty="0">
                <a:solidFill>
                  <a:srgbClr val="000000"/>
                </a:solidFill>
                <a:effectLst/>
                <a:latin typeface="Trebuchet MS" panose="020B0703020202090204" pitchFamily="34" charset="0"/>
              </a:rPr>
              <a:t>1</a:t>
            </a:r>
            <a:r>
              <a:rPr lang="en-US" sz="4000" i="0" dirty="0">
                <a:solidFill>
                  <a:srgbClr val="000000"/>
                </a:solidFill>
                <a:effectLst/>
                <a:latin typeface="Trebuchet MS" panose="020B0703020202090204" pitchFamily="34" charset="0"/>
              </a:rPr>
              <a:t>, James B. </a:t>
            </a:r>
            <a:r>
              <a:rPr lang="en-US" sz="4000" i="0" dirty="0" err="1">
                <a:solidFill>
                  <a:srgbClr val="000000"/>
                </a:solidFill>
                <a:effectLst/>
                <a:latin typeface="Trebuchet MS" panose="020B0703020202090204" pitchFamily="34" charset="0"/>
              </a:rPr>
              <a:t>Wyngaarden</a:t>
            </a:r>
            <a:r>
              <a:rPr lang="en-US" sz="4000" i="0" dirty="0">
                <a:solidFill>
                  <a:srgbClr val="000000"/>
                </a:solidFill>
                <a:effectLst/>
                <a:latin typeface="Trebuchet MS" panose="020B0703020202090204" pitchFamily="34" charset="0"/>
              </a:rPr>
              <a:t> III</a:t>
            </a:r>
            <a:r>
              <a:rPr lang="en-US" sz="4000" i="0" baseline="30000" dirty="0">
                <a:solidFill>
                  <a:srgbClr val="000000"/>
                </a:solidFill>
                <a:effectLst/>
                <a:latin typeface="Trebuchet MS" panose="020B0703020202090204" pitchFamily="34" charset="0"/>
              </a:rPr>
              <a:t>1</a:t>
            </a:r>
            <a:r>
              <a:rPr lang="en-US" sz="4000" i="0" dirty="0">
                <a:solidFill>
                  <a:srgbClr val="000000"/>
                </a:solidFill>
                <a:effectLst/>
                <a:latin typeface="Trebuchet MS" panose="020B0703020202090204" pitchFamily="34" charset="0"/>
              </a:rPr>
              <a:t>, Ori Zaff</a:t>
            </a:r>
            <a:r>
              <a:rPr lang="en-US" sz="4000" i="0" baseline="30000" dirty="0">
                <a:solidFill>
                  <a:srgbClr val="000000"/>
                </a:solidFill>
                <a:effectLst/>
                <a:latin typeface="Trebuchet MS" panose="020B0703020202090204" pitchFamily="34" charset="0"/>
              </a:rPr>
              <a:t>2</a:t>
            </a:r>
            <a:r>
              <a:rPr lang="en-US" sz="4000" i="0" dirty="0">
                <a:solidFill>
                  <a:srgbClr val="000000"/>
                </a:solidFill>
                <a:effectLst/>
                <a:latin typeface="Trebuchet MS" panose="020B0703020202090204" pitchFamily="34" charset="0"/>
              </a:rPr>
              <a:t>, Tia Tropea</a:t>
            </a:r>
            <a:r>
              <a:rPr lang="en-US" sz="4000" i="0" baseline="30000" dirty="0">
                <a:solidFill>
                  <a:srgbClr val="000000"/>
                </a:solidFill>
                <a:effectLst/>
                <a:latin typeface="Trebuchet MS" panose="020B0703020202090204" pitchFamily="34" charset="0"/>
              </a:rPr>
              <a:t>1</a:t>
            </a:r>
            <a:r>
              <a:rPr lang="en-US" sz="4000" i="0" dirty="0">
                <a:solidFill>
                  <a:srgbClr val="000000"/>
                </a:solidFill>
                <a:effectLst/>
                <a:latin typeface="Trebuchet MS" panose="020B0703020202090204" pitchFamily="34" charset="0"/>
              </a:rPr>
              <a:t>, Daniel Sazhin</a:t>
            </a:r>
            <a:r>
              <a:rPr lang="en-US" sz="4000" i="0" baseline="30000" dirty="0">
                <a:solidFill>
                  <a:srgbClr val="000000"/>
                </a:solidFill>
                <a:effectLst/>
                <a:latin typeface="Trebuchet MS" panose="020B0703020202090204" pitchFamily="34" charset="0"/>
              </a:rPr>
              <a:t>1</a:t>
            </a:r>
            <a:r>
              <a:rPr lang="en-US" sz="4000" i="0" dirty="0">
                <a:solidFill>
                  <a:srgbClr val="000000"/>
                </a:solidFill>
                <a:effectLst/>
                <a:latin typeface="Trebuchet MS" panose="020B0703020202090204" pitchFamily="34" charset="0"/>
              </a:rPr>
              <a:t>, Rita Ludwig</a:t>
            </a:r>
            <a:r>
              <a:rPr lang="en-US" sz="4000" i="0" baseline="30000" dirty="0">
                <a:solidFill>
                  <a:srgbClr val="000000"/>
                </a:solidFill>
                <a:effectLst/>
                <a:latin typeface="Trebuchet MS" panose="020B0703020202090204" pitchFamily="34" charset="0"/>
              </a:rPr>
              <a:t>2</a:t>
            </a:r>
            <a:r>
              <a:rPr lang="en-US" sz="4000" i="0" dirty="0">
                <a:solidFill>
                  <a:srgbClr val="000000"/>
                </a:solidFill>
                <a:effectLst/>
                <a:latin typeface="Trebuchet MS" panose="020B0703020202090204" pitchFamily="34" charset="0"/>
              </a:rPr>
              <a:t>, Tania Giovannetti</a:t>
            </a:r>
            <a:r>
              <a:rPr lang="en-US" sz="4000" i="0" baseline="30000" dirty="0">
                <a:solidFill>
                  <a:srgbClr val="000000"/>
                </a:solidFill>
                <a:effectLst/>
                <a:latin typeface="Trebuchet MS" panose="020B0703020202090204" pitchFamily="34" charset="0"/>
              </a:rPr>
              <a:t>1</a:t>
            </a:r>
            <a:r>
              <a:rPr lang="en-US" sz="4000" i="0" dirty="0">
                <a:solidFill>
                  <a:srgbClr val="000000"/>
                </a:solidFill>
                <a:effectLst/>
                <a:latin typeface="Trebuchet MS" panose="020B0703020202090204" pitchFamily="34" charset="0"/>
              </a:rPr>
              <a:t>, Dominic S. Fareri</a:t>
            </a:r>
            <a:r>
              <a:rPr lang="en-US" sz="4000" baseline="30000" dirty="0">
                <a:solidFill>
                  <a:srgbClr val="000000"/>
                </a:solidFill>
                <a:latin typeface="Trebuchet MS" panose="020B0703020202090204" pitchFamily="34" charset="0"/>
              </a:rPr>
              <a:t>3</a:t>
            </a:r>
            <a:r>
              <a:rPr lang="en-US" sz="4000" i="0" dirty="0">
                <a:solidFill>
                  <a:srgbClr val="000000"/>
                </a:solidFill>
                <a:effectLst/>
                <a:latin typeface="Trebuchet MS" panose="020B0703020202090204" pitchFamily="34" charset="0"/>
              </a:rPr>
              <a:t>, David V. Smith</a:t>
            </a:r>
            <a:r>
              <a:rPr lang="en-US" sz="4000" i="0" baseline="30000" dirty="0">
                <a:solidFill>
                  <a:srgbClr val="000000"/>
                </a:solidFill>
                <a:effectLst/>
                <a:latin typeface="Trebuchet MS" panose="020B0703020202090204" pitchFamily="34" charset="0"/>
              </a:rPr>
              <a:t>1</a:t>
            </a:r>
            <a:r>
              <a:rPr lang="en-US" sz="4000" i="0" dirty="0">
                <a:solidFill>
                  <a:srgbClr val="000000"/>
                </a:solidFill>
                <a:effectLst/>
                <a:latin typeface="Trebuchet MS" panose="020B0703020202090204" pitchFamily="34" charset="0"/>
              </a:rPr>
              <a:t> </a:t>
            </a:r>
            <a:br>
              <a:rPr lang="en-US" sz="4000" dirty="0">
                <a:latin typeface="Trebuchet MS" panose="020B0703020202090204" pitchFamily="34" charset="0"/>
                <a:cs typeface="Helvetica" panose="020B0604020202020204" pitchFamily="34" charset="0"/>
              </a:rPr>
            </a:br>
            <a:endParaRPr lang="en-US" altLang="en-US" sz="4000" dirty="0">
              <a:latin typeface="Trebuchet MS" panose="020B0703020202090204" pitchFamily="34" charset="0"/>
              <a:cs typeface="Helvetica" panose="020B0604020202020204" pitchFamily="34" charset="0"/>
            </a:endParaRPr>
          </a:p>
        </p:txBody>
      </p:sp>
      <p:sp>
        <p:nvSpPr>
          <p:cNvPr id="15371" name="TextBox 15370"/>
          <p:cNvSpPr txBox="1"/>
          <p:nvPr/>
        </p:nvSpPr>
        <p:spPr>
          <a:xfrm>
            <a:off x="1612263" y="216407"/>
            <a:ext cx="40393584" cy="1468800"/>
          </a:xfrm>
          <a:prstGeom prst="rect">
            <a:avLst/>
          </a:prstGeom>
          <a:noFill/>
        </p:spPr>
        <p:txBody>
          <a:bodyPr wrap="square" lIns="91440" tIns="45720" rIns="91440" bIns="45720" rtlCol="0" anchor="t">
            <a:spAutoFit/>
          </a:bodyPr>
          <a:lstStyle/>
          <a:p>
            <a:pPr algn="ctr">
              <a:lnSpc>
                <a:spcPct val="107000"/>
              </a:lnSpc>
              <a:spcBef>
                <a:spcPts val="0"/>
              </a:spcBef>
              <a:spcAft>
                <a:spcPts val="800"/>
              </a:spcAft>
            </a:pPr>
            <a:r>
              <a:rPr lang="en-US" sz="9000" b="1" i="0" dirty="0">
                <a:solidFill>
                  <a:srgbClr val="000000"/>
                </a:solidFill>
                <a:effectLst/>
                <a:latin typeface="Trebuchet MS" panose="020B0703020202090204" pitchFamily="34" charset="0"/>
              </a:rPr>
              <a:t>Examining Age-Related Differences in Neural Responses to Trust</a:t>
            </a:r>
            <a:endParaRPr lang="en-US" sz="9000" dirty="0">
              <a:effectLst/>
              <a:latin typeface="Trebuchet MS" panose="020B0703020202090204" pitchFamily="34" charset="0"/>
              <a:ea typeface="Calibri" panose="020F0502020204030204" pitchFamily="34" charset="0"/>
              <a:cs typeface="Helvetica"/>
            </a:endParaRPr>
          </a:p>
        </p:txBody>
      </p:sp>
      <p:sp>
        <p:nvSpPr>
          <p:cNvPr id="15364" name="TextBox 4"/>
          <p:cNvSpPr txBox="1">
            <a:spLocks noChangeArrowheads="1"/>
          </p:cNvSpPr>
          <p:nvPr/>
        </p:nvSpPr>
        <p:spPr bwMode="auto">
          <a:xfrm>
            <a:off x="5483063" y="12207796"/>
            <a:ext cx="4095681" cy="748988"/>
          </a:xfrm>
          <a:prstGeom prst="rect">
            <a:avLst/>
          </a:prstGeom>
          <a:solidFill>
            <a:schemeClr val="bg1"/>
          </a:solidFill>
          <a:ln>
            <a:noFill/>
          </a:ln>
        </p:spPr>
        <p:txBody>
          <a:bodyPr wrap="square">
            <a:spAutoFit/>
          </a:bodyP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sz="4267" b="1" dirty="0">
                <a:solidFill>
                  <a:srgbClr val="C00000"/>
                </a:solidFill>
                <a:latin typeface="Trebuchet MS" panose="020B0603020202020204" pitchFamily="34" charset="0"/>
              </a:rPr>
              <a:t>2. Methods</a:t>
            </a:r>
          </a:p>
        </p:txBody>
      </p:sp>
      <p:sp>
        <p:nvSpPr>
          <p:cNvPr id="15366" name="TextBox 86"/>
          <p:cNvSpPr txBox="1">
            <a:spLocks noChangeArrowheads="1"/>
          </p:cNvSpPr>
          <p:nvPr/>
        </p:nvSpPr>
        <p:spPr bwMode="auto">
          <a:xfrm>
            <a:off x="15671037" y="3834958"/>
            <a:ext cx="14465760" cy="748988"/>
          </a:xfrm>
          <a:prstGeom prst="rect">
            <a:avLst/>
          </a:prstGeom>
          <a:solidFill>
            <a:schemeClr val="bg1"/>
          </a:solidFill>
          <a:ln>
            <a:noFill/>
          </a:ln>
        </p:spPr>
        <p:txBody>
          <a:bodyPr wrap="square">
            <a:spAutoFit/>
          </a:bodyP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sz="4267" b="1" dirty="0">
                <a:solidFill>
                  <a:srgbClr val="C00000"/>
                </a:solidFill>
                <a:latin typeface="Trebuchet MS" panose="020B0603020202020204" pitchFamily="34" charset="0"/>
              </a:rPr>
              <a:t>3. Subjects Are Closer With Friends than With Strangers</a:t>
            </a:r>
          </a:p>
        </p:txBody>
      </p:sp>
      <p:sp>
        <p:nvSpPr>
          <p:cNvPr id="13" name="TextBox 12">
            <a:extLst>
              <a:ext uri="{FF2B5EF4-FFF2-40B4-BE49-F238E27FC236}">
                <a16:creationId xmlns:a16="http://schemas.microsoft.com/office/drawing/2014/main" id="{52042A99-5FFC-0E4E-8C20-72304DDA44FF}"/>
              </a:ext>
            </a:extLst>
          </p:cNvPr>
          <p:cNvSpPr txBox="1"/>
          <p:nvPr/>
        </p:nvSpPr>
        <p:spPr>
          <a:xfrm>
            <a:off x="521283" y="13175940"/>
            <a:ext cx="14016335" cy="1569660"/>
          </a:xfrm>
          <a:prstGeom prst="rect">
            <a:avLst/>
          </a:prstGeom>
          <a:noFill/>
        </p:spPr>
        <p:txBody>
          <a:bodyPr wrap="square" rtlCol="0">
            <a:spAutoFit/>
          </a:bodyPr>
          <a:lstStyle/>
          <a:p>
            <a:pPr algn="ctr"/>
            <a:r>
              <a:rPr lang="en-US" sz="3200" i="1" dirty="0"/>
              <a:t>The Ultimatum (UG) and Dictator (DG) Games were used to assess neural and behavioral responses to perceived fairness. We defined strategic behavior as the difference in offers (high vs. low) in the proposer conditions.</a:t>
            </a:r>
          </a:p>
        </p:txBody>
      </p:sp>
      <p:sp>
        <p:nvSpPr>
          <p:cNvPr id="45" name="Rectangle 162">
            <a:extLst>
              <a:ext uri="{FF2B5EF4-FFF2-40B4-BE49-F238E27FC236}">
                <a16:creationId xmlns:a16="http://schemas.microsoft.com/office/drawing/2014/main" id="{FA585F15-03D7-754B-AA26-E340A32F9A67}"/>
              </a:ext>
            </a:extLst>
          </p:cNvPr>
          <p:cNvSpPr>
            <a:spLocks noChangeArrowheads="1"/>
          </p:cNvSpPr>
          <p:nvPr/>
        </p:nvSpPr>
        <p:spPr bwMode="auto">
          <a:xfrm>
            <a:off x="30653599" y="4250489"/>
            <a:ext cx="12957755" cy="19868614"/>
          </a:xfrm>
          <a:prstGeom prst="rect">
            <a:avLst/>
          </a:prstGeom>
          <a:noFill/>
          <a:ln w="76200">
            <a:solidFill>
              <a:srgbClr val="C00000"/>
            </a:solidFill>
            <a:miter lim="800000"/>
            <a:headEnd/>
            <a:tailEnd/>
          </a:ln>
          <a:extLst>
            <a:ext uri="{909E8E84-426E-40DD-AFC4-6F175D3DCCD1}">
              <a14:hiddenFill xmlns:a14="http://schemas.microsoft.com/office/drawing/2010/main">
                <a:solidFill>
                  <a:srgbClr val="FFFFFF"/>
                </a:solidFill>
              </a14:hiddenFill>
            </a:ext>
          </a:extLst>
        </p:spPr>
        <p:txBody>
          <a:bodyPr wrap="none" lIns="81274" tIns="40638" rIns="81274" bIns="40638" anchor="ct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eaLnBrk="1" hangingPunct="1"/>
            <a:endParaRPr lang="en-US" altLang="en-US" sz="1245">
              <a:latin typeface="Trebuchet MS" panose="020B0603020202020204" pitchFamily="34" charset="0"/>
            </a:endParaRPr>
          </a:p>
        </p:txBody>
      </p:sp>
      <p:sp>
        <p:nvSpPr>
          <p:cNvPr id="55" name="TextBox 86">
            <a:extLst>
              <a:ext uri="{FF2B5EF4-FFF2-40B4-BE49-F238E27FC236}">
                <a16:creationId xmlns:a16="http://schemas.microsoft.com/office/drawing/2014/main" id="{1CF89B97-C9DF-F948-91B0-4A8F54D0C0E5}"/>
              </a:ext>
            </a:extLst>
          </p:cNvPr>
          <p:cNvSpPr txBox="1">
            <a:spLocks noChangeArrowheads="1"/>
          </p:cNvSpPr>
          <p:nvPr/>
        </p:nvSpPr>
        <p:spPr bwMode="auto">
          <a:xfrm>
            <a:off x="30943648" y="3872154"/>
            <a:ext cx="12337509" cy="746358"/>
          </a:xfrm>
          <a:prstGeom prst="rect">
            <a:avLst/>
          </a:prstGeom>
          <a:solidFill>
            <a:schemeClr val="bg1"/>
          </a:solidFill>
          <a:ln>
            <a:noFill/>
          </a:ln>
        </p:spPr>
        <p:txBody>
          <a:bodyPr wrap="square" lIns="91440" tIns="45720" rIns="91440" bIns="45720" anchor="t">
            <a:spAutoFit/>
          </a:bodyP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sz="4250" dirty="0">
                <a:solidFill>
                  <a:srgbClr val="C00000"/>
                </a:solidFill>
                <a:latin typeface="Trebuchet MS"/>
                <a:ea typeface="MS PGothic"/>
              </a:rPr>
              <a:t>6. Age Related Differences in Partner Response </a:t>
            </a:r>
            <a:endParaRPr lang="en-US" altLang="en-US" sz="4250" dirty="0">
              <a:solidFill>
                <a:srgbClr val="C00000"/>
              </a:solidFill>
              <a:latin typeface="Trebuchet MS"/>
            </a:endParaRPr>
          </a:p>
        </p:txBody>
      </p:sp>
      <p:sp>
        <p:nvSpPr>
          <p:cNvPr id="68" name="Rectangle 162">
            <a:extLst>
              <a:ext uri="{FF2B5EF4-FFF2-40B4-BE49-F238E27FC236}">
                <a16:creationId xmlns:a16="http://schemas.microsoft.com/office/drawing/2014/main" id="{CA8DA663-8989-0040-A19E-2D41018BB05F}"/>
              </a:ext>
            </a:extLst>
          </p:cNvPr>
          <p:cNvSpPr>
            <a:spLocks noChangeArrowheads="1"/>
          </p:cNvSpPr>
          <p:nvPr/>
        </p:nvSpPr>
        <p:spPr bwMode="auto">
          <a:xfrm>
            <a:off x="15470883" y="14071787"/>
            <a:ext cx="14827930" cy="18612720"/>
          </a:xfrm>
          <a:prstGeom prst="rect">
            <a:avLst/>
          </a:prstGeom>
          <a:noFill/>
          <a:ln w="76200">
            <a:solidFill>
              <a:srgbClr val="C00000"/>
            </a:solidFill>
            <a:miter lim="800000"/>
            <a:headEnd/>
            <a:tailEnd/>
          </a:ln>
          <a:extLst>
            <a:ext uri="{909E8E84-426E-40DD-AFC4-6F175D3DCCD1}">
              <a14:hiddenFill xmlns:a14="http://schemas.microsoft.com/office/drawing/2010/main">
                <a:solidFill>
                  <a:srgbClr val="FFFFFF"/>
                </a:solidFill>
              </a14:hiddenFill>
            </a:ext>
          </a:extLst>
        </p:spPr>
        <p:txBody>
          <a:bodyPr wrap="none" lIns="81274" tIns="40638" rIns="81274" bIns="40638" anchor="ct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eaLnBrk="1" hangingPunct="1"/>
            <a:endParaRPr lang="en-US" altLang="en-US" sz="1245">
              <a:latin typeface="Trebuchet MS" panose="020B0603020202020204" pitchFamily="34" charset="0"/>
            </a:endParaRPr>
          </a:p>
        </p:txBody>
      </p:sp>
      <p:sp>
        <p:nvSpPr>
          <p:cNvPr id="70" name="TextBox 86">
            <a:extLst>
              <a:ext uri="{FF2B5EF4-FFF2-40B4-BE49-F238E27FC236}">
                <a16:creationId xmlns:a16="http://schemas.microsoft.com/office/drawing/2014/main" id="{ED758D76-DD2F-7D44-83F3-6BA6250C10E5}"/>
              </a:ext>
            </a:extLst>
          </p:cNvPr>
          <p:cNvSpPr txBox="1">
            <a:spLocks noChangeArrowheads="1"/>
          </p:cNvSpPr>
          <p:nvPr/>
        </p:nvSpPr>
        <p:spPr bwMode="auto">
          <a:xfrm>
            <a:off x="17792340" y="13743817"/>
            <a:ext cx="10223153" cy="1400383"/>
          </a:xfrm>
          <a:prstGeom prst="rect">
            <a:avLst/>
          </a:prstGeom>
          <a:solidFill>
            <a:schemeClr val="bg1"/>
          </a:solidFill>
          <a:ln>
            <a:noFill/>
          </a:ln>
        </p:spPr>
        <p:txBody>
          <a:bodyPr wrap="square" lIns="91440" tIns="45720" rIns="91440" bIns="45720" anchor="t">
            <a:spAutoFit/>
          </a:bodyP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sz="4250" b="1" dirty="0">
                <a:solidFill>
                  <a:srgbClr val="C00000"/>
                </a:solidFill>
                <a:latin typeface="Trebuchet MS"/>
                <a:ea typeface="MS PGothic"/>
              </a:rPr>
              <a:t>4. Ventral Striatal Activation Is not Associated with Age </a:t>
            </a:r>
            <a:endParaRPr lang="en-US" altLang="en-US" sz="4267" b="1" dirty="0">
              <a:solidFill>
                <a:srgbClr val="C00000"/>
              </a:solidFill>
              <a:latin typeface="Trebuchet MS" panose="020B0603020202020204" pitchFamily="34" charset="0"/>
            </a:endParaRPr>
          </a:p>
        </p:txBody>
      </p:sp>
      <p:sp>
        <p:nvSpPr>
          <p:cNvPr id="26" name="Rectangle 25">
            <a:extLst>
              <a:ext uri="{FF2B5EF4-FFF2-40B4-BE49-F238E27FC236}">
                <a16:creationId xmlns:a16="http://schemas.microsoft.com/office/drawing/2014/main" id="{A472AF7A-C3B6-5B44-9093-FB3FB96D32E8}"/>
              </a:ext>
            </a:extLst>
          </p:cNvPr>
          <p:cNvSpPr/>
          <p:nvPr/>
        </p:nvSpPr>
        <p:spPr>
          <a:xfrm>
            <a:off x="15753891" y="15011657"/>
            <a:ext cx="14650695" cy="584775"/>
          </a:xfrm>
          <a:prstGeom prst="rect">
            <a:avLst/>
          </a:prstGeom>
        </p:spPr>
        <p:txBody>
          <a:bodyPr wrap="square" lIns="91440" tIns="45720" rIns="91440" bIns="45720" anchor="t">
            <a:spAutoFit/>
          </a:bodyPr>
          <a:lstStyle/>
          <a:p>
            <a:pPr>
              <a:spcBef>
                <a:spcPts val="0"/>
              </a:spcBef>
              <a:spcAft>
                <a:spcPts val="1200"/>
              </a:spcAft>
            </a:pPr>
            <a:r>
              <a:rPr lang="en-US" sz="3200" i="1" dirty="0">
                <a:latin typeface="Helvetica"/>
                <a:ea typeface="MS PGothic"/>
                <a:cs typeface="Helvetica"/>
              </a:rPr>
              <a:t>We found Ventral Striatum (VS) activation for Reciprocate &gt; Defect outcomes</a:t>
            </a:r>
            <a:endParaRPr lang="en-US" sz="3200" i="1" dirty="0">
              <a:cs typeface="Helvetica" panose="020B0604020202020204" pitchFamily="34" charset="0"/>
            </a:endParaRPr>
          </a:p>
        </p:txBody>
      </p:sp>
      <p:sp>
        <p:nvSpPr>
          <p:cNvPr id="56" name="TextBox 55">
            <a:extLst>
              <a:ext uri="{FF2B5EF4-FFF2-40B4-BE49-F238E27FC236}">
                <a16:creationId xmlns:a16="http://schemas.microsoft.com/office/drawing/2014/main" id="{4CFFF830-B4D0-45F1-9D03-A4780549AB6A}"/>
              </a:ext>
            </a:extLst>
          </p:cNvPr>
          <p:cNvSpPr txBox="1"/>
          <p:nvPr/>
        </p:nvSpPr>
        <p:spPr>
          <a:xfrm>
            <a:off x="15658143" y="22548386"/>
            <a:ext cx="14650695" cy="1077218"/>
          </a:xfrm>
          <a:prstGeom prst="rect">
            <a:avLst/>
          </a:prstGeom>
          <a:noFill/>
        </p:spPr>
        <p:txBody>
          <a:bodyPr wrap="square" lIns="91440" tIns="45720" rIns="91440" bIns="45720" anchor="t">
            <a:spAutoFit/>
          </a:bodyPr>
          <a:lstStyle/>
          <a:p>
            <a:pPr algn="ctr"/>
            <a:r>
              <a:rPr lang="en-US" altLang="en-US" sz="3200" dirty="0">
                <a:latin typeface="Helvetica"/>
                <a:ea typeface="MS PGothic"/>
              </a:rPr>
              <a:t>We found activation in the VS when participants were presented with a reciprocate outcome as opposed to a defect outcome.</a:t>
            </a:r>
          </a:p>
        </p:txBody>
      </p:sp>
      <p:sp>
        <p:nvSpPr>
          <p:cNvPr id="88" name="TextBox 87">
            <a:extLst>
              <a:ext uri="{FF2B5EF4-FFF2-40B4-BE49-F238E27FC236}">
                <a16:creationId xmlns:a16="http://schemas.microsoft.com/office/drawing/2014/main" id="{D0D1788F-40E9-4B4B-8F80-BF8EDB08248D}"/>
              </a:ext>
            </a:extLst>
          </p:cNvPr>
          <p:cNvSpPr txBox="1"/>
          <p:nvPr/>
        </p:nvSpPr>
        <p:spPr>
          <a:xfrm>
            <a:off x="10972800" y="3193375"/>
            <a:ext cx="21945600" cy="523220"/>
          </a:xfrm>
          <a:prstGeom prst="rect">
            <a:avLst/>
          </a:prstGeom>
          <a:noFill/>
        </p:spPr>
        <p:txBody>
          <a:bodyPr wrap="square">
            <a:spAutoFit/>
          </a:bodyPr>
          <a:lstStyle/>
          <a:p>
            <a:pPr algn="ctr"/>
            <a:r>
              <a:rPr lang="en-US" sz="2800" b="0" i="0" u="none" strike="noStrike" dirty="0">
                <a:solidFill>
                  <a:srgbClr val="000000"/>
                </a:solidFill>
                <a:effectLst/>
                <a:cs typeface="Helvetica" panose="020B0604020202020204" pitchFamily="34" charset="0"/>
              </a:rPr>
              <a:t>1. Temple University, Philadelphia, PA; 2. University of Pennsylvania, Philadelphia, PA; 3. Adelphi University, Garden City, NY</a:t>
            </a:r>
            <a:endParaRPr lang="en-US" sz="2800" dirty="0">
              <a:cs typeface="Helvetica" panose="020B0604020202020204" pitchFamily="34" charset="0"/>
            </a:endParaRPr>
          </a:p>
        </p:txBody>
      </p:sp>
      <p:grpSp>
        <p:nvGrpSpPr>
          <p:cNvPr id="15525" name="Group 15524">
            <a:extLst>
              <a:ext uri="{FF2B5EF4-FFF2-40B4-BE49-F238E27FC236}">
                <a16:creationId xmlns:a16="http://schemas.microsoft.com/office/drawing/2014/main" id="{495044C5-5185-1E74-1C51-F36E8CA64CBA}"/>
              </a:ext>
            </a:extLst>
          </p:cNvPr>
          <p:cNvGrpSpPr/>
          <p:nvPr/>
        </p:nvGrpSpPr>
        <p:grpSpPr>
          <a:xfrm>
            <a:off x="169367" y="3967558"/>
            <a:ext cx="14831195" cy="8123743"/>
            <a:chOff x="211346" y="3968278"/>
            <a:chExt cx="14831195" cy="8123743"/>
          </a:xfrm>
        </p:grpSpPr>
        <p:sp>
          <p:nvSpPr>
            <p:cNvPr id="15362" name="TextBox 189"/>
            <p:cNvSpPr txBox="1">
              <a:spLocks noChangeArrowheads="1"/>
            </p:cNvSpPr>
            <p:nvPr/>
          </p:nvSpPr>
          <p:spPr bwMode="auto">
            <a:xfrm>
              <a:off x="515553" y="4761579"/>
              <a:ext cx="14526988" cy="501675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1440" tIns="45720" rIns="91440" bIns="45720" anchor="t">
              <a:spAutoFit/>
            </a:bodyP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spcBef>
                  <a:spcPts val="0"/>
                </a:spcBef>
                <a:spcAft>
                  <a:spcPts val="0"/>
                </a:spcAft>
                <a:buFont typeface="Arial" panose="020B0604020202020204" pitchFamily="34" charset="0"/>
                <a:buChar char="•"/>
              </a:pPr>
              <a:r>
                <a:rPr lang="en-US" sz="4000" dirty="0">
                  <a:latin typeface="Helvetica"/>
                  <a:ea typeface="MS PGothic"/>
                  <a:cs typeface="Helvetica"/>
                </a:rPr>
                <a:t> </a:t>
              </a:r>
              <a:r>
                <a:rPr lang="en-US" sz="4000" b="0" i="0" dirty="0">
                  <a:solidFill>
                    <a:srgbClr val="000000"/>
                  </a:solidFill>
                  <a:effectLst/>
                  <a:latin typeface="Helvetica" pitchFamily="2" charset="0"/>
                </a:rPr>
                <a:t>Social relationships influence our behaviors and may modulate our neural responses to reward. (</a:t>
              </a:r>
              <a:r>
                <a:rPr lang="en-US" sz="4000" b="0" i="0" dirty="0" err="1">
                  <a:solidFill>
                    <a:srgbClr val="000000"/>
                  </a:solidFill>
                  <a:effectLst/>
                  <a:latin typeface="Helvetica" pitchFamily="2" charset="0"/>
                </a:rPr>
                <a:t>Fareri</a:t>
              </a:r>
              <a:r>
                <a:rPr lang="en-US" sz="4000" b="0" i="0" dirty="0">
                  <a:solidFill>
                    <a:srgbClr val="000000"/>
                  </a:solidFill>
                  <a:effectLst/>
                  <a:latin typeface="Helvetica" pitchFamily="2" charset="0"/>
                </a:rPr>
                <a:t> et al., 2015)</a:t>
              </a:r>
              <a:endParaRPr lang="en-US" sz="4000" dirty="0">
                <a:latin typeface="Helvetica" pitchFamily="2" charset="0"/>
                <a:ea typeface="MS PGothic"/>
                <a:cs typeface="Helvetica"/>
              </a:endParaRPr>
            </a:p>
            <a:p>
              <a:pPr>
                <a:spcBef>
                  <a:spcPts val="0"/>
                </a:spcBef>
                <a:spcAft>
                  <a:spcPts val="0"/>
                </a:spcAft>
                <a:buFont typeface="Arial" panose="020B0604020202020204" pitchFamily="34" charset="0"/>
                <a:buChar char="•"/>
              </a:pPr>
              <a:r>
                <a:rPr lang="en-US" sz="4000" dirty="0">
                  <a:latin typeface="Helvetica"/>
                  <a:ea typeface="MS PGothic"/>
                  <a:cs typeface="Helvetica"/>
                </a:rPr>
                <a:t> </a:t>
              </a:r>
              <a:r>
                <a:rPr lang="en-US" sz="4000" dirty="0">
                  <a:solidFill>
                    <a:srgbClr val="000000"/>
                  </a:solidFill>
                  <a:latin typeface="Helvetica" pitchFamily="2" charset="0"/>
                  <a:ea typeface="MS PGothic"/>
                  <a:cs typeface="Helvetica"/>
                </a:rPr>
                <a:t>Th</a:t>
              </a:r>
              <a:r>
                <a:rPr lang="en-US" sz="4000" b="0" i="0" dirty="0">
                  <a:solidFill>
                    <a:srgbClr val="000000"/>
                  </a:solidFill>
                  <a:effectLst/>
                  <a:latin typeface="Helvetica" pitchFamily="2" charset="0"/>
                </a:rPr>
                <a:t>e effect of relationships on behavior and reward activation may change as we age. (</a:t>
              </a:r>
              <a:r>
                <a:rPr lang="en-US" sz="4000" b="0" i="0" dirty="0" err="1">
                  <a:solidFill>
                    <a:srgbClr val="000000"/>
                  </a:solidFill>
                  <a:effectLst/>
                  <a:latin typeface="Helvetica" pitchFamily="2" charset="0"/>
                </a:rPr>
                <a:t>Fareri</a:t>
              </a:r>
              <a:r>
                <a:rPr lang="en-US" sz="4000" b="0" i="0" dirty="0">
                  <a:solidFill>
                    <a:srgbClr val="000000"/>
                  </a:solidFill>
                  <a:effectLst/>
                  <a:latin typeface="Helvetica" pitchFamily="2" charset="0"/>
                </a:rPr>
                <a:t> et al., 2022)</a:t>
              </a:r>
            </a:p>
            <a:p>
              <a:pPr>
                <a:spcBef>
                  <a:spcPts val="0"/>
                </a:spcBef>
                <a:spcAft>
                  <a:spcPts val="0"/>
                </a:spcAft>
              </a:pPr>
              <a:endParaRPr lang="en-US" sz="4000" dirty="0">
                <a:latin typeface="Helvetica" pitchFamily="2" charset="0"/>
                <a:ea typeface="MS PGothic"/>
                <a:cs typeface="Helvetica"/>
              </a:endParaRPr>
            </a:p>
            <a:p>
              <a:pPr>
                <a:spcBef>
                  <a:spcPts val="0"/>
                </a:spcBef>
                <a:spcAft>
                  <a:spcPts val="0"/>
                </a:spcAft>
              </a:pPr>
              <a:r>
                <a:rPr lang="en-US" sz="4000" b="0" i="1" dirty="0">
                  <a:solidFill>
                    <a:srgbClr val="000000"/>
                  </a:solidFill>
                  <a:effectLst/>
                  <a:latin typeface="Helvetica" pitchFamily="2" charset="0"/>
                </a:rPr>
                <a:t>It remains unclear whether age-related differences in responses to trust are associated with maladaptive outcomes such as financial exploitation.</a:t>
              </a:r>
              <a:endParaRPr lang="en-US" sz="4000" i="1" dirty="0">
                <a:latin typeface="Helvetica" pitchFamily="2" charset="0"/>
                <a:ea typeface="MS PGothic"/>
                <a:cs typeface="Helvetica"/>
              </a:endParaRPr>
            </a:p>
          </p:txBody>
        </p:sp>
        <p:sp>
          <p:nvSpPr>
            <p:cNvPr id="15369" name="Rectangle 162"/>
            <p:cNvSpPr>
              <a:spLocks noChangeArrowheads="1"/>
            </p:cNvSpPr>
            <p:nvPr/>
          </p:nvSpPr>
          <p:spPr bwMode="auto">
            <a:xfrm>
              <a:off x="211346" y="4331110"/>
              <a:ext cx="14720168" cy="7760911"/>
            </a:xfrm>
            <a:prstGeom prst="rect">
              <a:avLst/>
            </a:prstGeom>
            <a:noFill/>
            <a:ln w="76200">
              <a:solidFill>
                <a:srgbClr val="C00000"/>
              </a:solidFill>
              <a:miter lim="800000"/>
              <a:headEnd/>
              <a:tailEnd/>
            </a:ln>
            <a:extLst>
              <a:ext uri="{909E8E84-426E-40DD-AFC4-6F175D3DCCD1}">
                <a14:hiddenFill xmlns:a14="http://schemas.microsoft.com/office/drawing/2010/main">
                  <a:solidFill>
                    <a:srgbClr val="FFFFFF"/>
                  </a:solidFill>
                </a14:hiddenFill>
              </a:ext>
            </a:extLst>
          </p:spPr>
          <p:txBody>
            <a:bodyPr wrap="none" lIns="81274" tIns="40638" rIns="81274" bIns="40638" anchor="ct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eaLnBrk="1" hangingPunct="1"/>
              <a:endParaRPr lang="en-US" altLang="en-US" sz="1245" dirty="0">
                <a:latin typeface="Trebuchet MS" panose="020B0603020202020204" pitchFamily="34" charset="0"/>
              </a:endParaRPr>
            </a:p>
          </p:txBody>
        </p:sp>
        <p:sp>
          <p:nvSpPr>
            <p:cNvPr id="15361" name="Rectangle 200"/>
            <p:cNvSpPr>
              <a:spLocks noChangeArrowheads="1"/>
            </p:cNvSpPr>
            <p:nvPr/>
          </p:nvSpPr>
          <p:spPr bwMode="auto">
            <a:xfrm>
              <a:off x="4858205" y="3968278"/>
              <a:ext cx="4805795" cy="738724"/>
            </a:xfrm>
            <a:prstGeom prst="rect">
              <a:avLst/>
            </a:prstGeom>
            <a:solidFill>
              <a:schemeClr val="bg1"/>
            </a:solidFill>
            <a:ln>
              <a:noFill/>
            </a:ln>
          </p:spPr>
          <p:txBody>
            <a:bodyPr wrap="square" lIns="81274" tIns="40638" rIns="81274" bIns="40638">
              <a:spAutoFit/>
            </a:bodyPr>
            <a:lstStyle>
              <a:lvl1pPr defTabSz="5119688">
                <a:defRPr sz="2400">
                  <a:solidFill>
                    <a:schemeClr val="tx1"/>
                  </a:solidFill>
                  <a:latin typeface="Helvetica" panose="020B0604020202020204" pitchFamily="34" charset="0"/>
                  <a:ea typeface="MS PGothic" panose="020B0600070205080204" pitchFamily="34" charset="-128"/>
                </a:defRPr>
              </a:lvl1pPr>
              <a:lvl2pPr marL="742950" indent="-285750" defTabSz="5119688">
                <a:defRPr sz="2400">
                  <a:solidFill>
                    <a:schemeClr val="tx1"/>
                  </a:solidFill>
                  <a:latin typeface="Helvetica" panose="020B0604020202020204" pitchFamily="34" charset="0"/>
                  <a:ea typeface="MS PGothic" panose="020B0600070205080204" pitchFamily="34" charset="-128"/>
                </a:defRPr>
              </a:lvl2pPr>
              <a:lvl3pPr marL="1143000" indent="-228600" defTabSz="5119688">
                <a:defRPr sz="2400">
                  <a:solidFill>
                    <a:schemeClr val="tx1"/>
                  </a:solidFill>
                  <a:latin typeface="Helvetica" panose="020B0604020202020204" pitchFamily="34" charset="0"/>
                  <a:ea typeface="MS PGothic" panose="020B0600070205080204" pitchFamily="34" charset="-128"/>
                </a:defRPr>
              </a:lvl3pPr>
              <a:lvl4pPr marL="1600200" indent="-228600" defTabSz="5119688">
                <a:defRPr sz="2400">
                  <a:solidFill>
                    <a:schemeClr val="tx1"/>
                  </a:solidFill>
                  <a:latin typeface="Helvetica" panose="020B0604020202020204" pitchFamily="34" charset="0"/>
                  <a:ea typeface="MS PGothic" panose="020B0600070205080204" pitchFamily="34" charset="-128"/>
                </a:defRPr>
              </a:lvl4pPr>
              <a:lvl5pPr marL="2057400" indent="-228600" defTabSz="5119688">
                <a:defRPr sz="2400">
                  <a:solidFill>
                    <a:schemeClr val="tx1"/>
                  </a:solidFill>
                  <a:latin typeface="Helvetica" panose="020B0604020202020204" pitchFamily="34" charset="0"/>
                  <a:ea typeface="MS PGothic" panose="020B0600070205080204" pitchFamily="34" charset="-128"/>
                </a:defRPr>
              </a:lvl5pPr>
              <a:lvl6pPr marL="2514600" indent="-228600" defTabSz="5119688"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defTabSz="5119688"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defTabSz="5119688"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defTabSz="5119688"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spcBef>
                  <a:spcPct val="50000"/>
                </a:spcBef>
              </a:pPr>
              <a:r>
                <a:rPr lang="en-US" altLang="en-US" sz="4267" b="1" dirty="0">
                  <a:solidFill>
                    <a:srgbClr val="C00000"/>
                  </a:solidFill>
                  <a:latin typeface="Trebuchet MS" panose="020B0603020202020204" pitchFamily="34" charset="0"/>
                </a:rPr>
                <a:t>1. Introduction</a:t>
              </a:r>
            </a:p>
          </p:txBody>
        </p:sp>
        <p:sp>
          <p:nvSpPr>
            <p:cNvPr id="66" name="TextBox 65">
              <a:extLst>
                <a:ext uri="{FF2B5EF4-FFF2-40B4-BE49-F238E27FC236}">
                  <a16:creationId xmlns:a16="http://schemas.microsoft.com/office/drawing/2014/main" id="{828EF0BF-392F-46C6-BF23-BF99B2CEA917}"/>
                </a:ext>
              </a:extLst>
            </p:cNvPr>
            <p:cNvSpPr txBox="1"/>
            <p:nvPr/>
          </p:nvSpPr>
          <p:spPr>
            <a:xfrm>
              <a:off x="333765" y="9945451"/>
              <a:ext cx="14639262" cy="2031325"/>
            </a:xfrm>
            <a:prstGeom prst="rect">
              <a:avLst/>
            </a:prstGeom>
            <a:noFill/>
          </p:spPr>
          <p:txBody>
            <a:bodyPr wrap="square" lIns="91440" tIns="45720" rIns="91440" bIns="45720" anchor="t">
              <a:spAutoFit/>
            </a:bodyPr>
            <a:lstStyle/>
            <a:p>
              <a:pPr algn="ctr">
                <a:spcBef>
                  <a:spcPts val="360"/>
                </a:spcBef>
                <a:spcAft>
                  <a:spcPts val="0"/>
                </a:spcAft>
              </a:pPr>
              <a:r>
                <a:rPr lang="en-US" sz="4200" b="1" dirty="0">
                  <a:latin typeface="Helvetica"/>
                  <a:ea typeface="MS PGothic"/>
                  <a:cs typeface="Helvetica"/>
                </a:rPr>
                <a:t>We</a:t>
              </a:r>
              <a:r>
                <a:rPr lang="en-US" sz="4200" b="1" i="0" u="none" strike="noStrike" dirty="0">
                  <a:effectLst/>
                  <a:latin typeface="Helvetica"/>
                  <a:ea typeface="MS PGothic"/>
                  <a:cs typeface="Helvetica"/>
                </a:rPr>
                <a:t> investigated </a:t>
              </a:r>
              <a:r>
                <a:rPr lang="en-US" sz="4200" b="1" dirty="0">
                  <a:latin typeface="Helvetica"/>
                  <a:ea typeface="MS PGothic"/>
                  <a:cs typeface="Helvetica"/>
                </a:rPr>
                <a:t>whether social trust decisions change as we age, and how those changes could be related to financial exploitation.</a:t>
              </a:r>
              <a:endParaRPr lang="en-US" sz="4200" b="1" dirty="0">
                <a:cs typeface="Helvetica"/>
              </a:endParaRPr>
            </a:p>
          </p:txBody>
        </p:sp>
      </p:grpSp>
      <p:grpSp>
        <p:nvGrpSpPr>
          <p:cNvPr id="15508" name="Group 15507">
            <a:extLst>
              <a:ext uri="{FF2B5EF4-FFF2-40B4-BE49-F238E27FC236}">
                <a16:creationId xmlns:a16="http://schemas.microsoft.com/office/drawing/2014/main" id="{ACE08C75-5E52-BA85-3BBA-E0BBC55E5D24}"/>
              </a:ext>
            </a:extLst>
          </p:cNvPr>
          <p:cNvGrpSpPr/>
          <p:nvPr/>
        </p:nvGrpSpPr>
        <p:grpSpPr>
          <a:xfrm>
            <a:off x="16601267" y="16040170"/>
            <a:ext cx="6012596" cy="5359483"/>
            <a:chOff x="14976740" y="15406812"/>
            <a:chExt cx="6810930" cy="6071098"/>
          </a:xfrm>
        </p:grpSpPr>
        <p:pic>
          <p:nvPicPr>
            <p:cNvPr id="17" name="Picture 16">
              <a:extLst>
                <a:ext uri="{FF2B5EF4-FFF2-40B4-BE49-F238E27FC236}">
                  <a16:creationId xmlns:a16="http://schemas.microsoft.com/office/drawing/2014/main" id="{428FE8E4-EF11-44C2-C242-0D3749E5303B}"/>
                </a:ext>
              </a:extLst>
            </p:cNvPr>
            <p:cNvPicPr>
              <a:picLocks noChangeAspect="1"/>
            </p:cNvPicPr>
            <p:nvPr/>
          </p:nvPicPr>
          <p:blipFill>
            <a:blip r:embed="rId13"/>
            <a:stretch>
              <a:fillRect/>
            </a:stretch>
          </p:blipFill>
          <p:spPr>
            <a:xfrm>
              <a:off x="15705594" y="15406812"/>
              <a:ext cx="6082076" cy="6071098"/>
            </a:xfrm>
            <a:prstGeom prst="rect">
              <a:avLst/>
            </a:prstGeom>
          </p:spPr>
        </p:pic>
        <p:sp>
          <p:nvSpPr>
            <p:cNvPr id="35" name="TextBox 34">
              <a:extLst>
                <a:ext uri="{FF2B5EF4-FFF2-40B4-BE49-F238E27FC236}">
                  <a16:creationId xmlns:a16="http://schemas.microsoft.com/office/drawing/2014/main" id="{D37958DE-5E24-D58C-4A7D-3AB8A936FE13}"/>
                </a:ext>
              </a:extLst>
            </p:cNvPr>
            <p:cNvSpPr txBox="1"/>
            <p:nvPr/>
          </p:nvSpPr>
          <p:spPr>
            <a:xfrm>
              <a:off x="14986107" y="20885189"/>
              <a:ext cx="1133197" cy="584775"/>
            </a:xfrm>
            <a:prstGeom prst="rect">
              <a:avLst/>
            </a:prstGeom>
            <a:noFill/>
          </p:spPr>
          <p:txBody>
            <a:bodyPr wrap="square">
              <a:spAutoFit/>
            </a:bodyPr>
            <a:lstStyle/>
            <a:p>
              <a:r>
                <a:rPr lang="en-US" sz="3200" b="1" dirty="0">
                  <a:latin typeface="Helvetica"/>
                  <a:ea typeface="MS PGothic"/>
                </a:rPr>
                <a:t>VS</a:t>
              </a:r>
              <a:endParaRPr lang="en-US" sz="3200" b="1" dirty="0">
                <a:latin typeface="Helvetica"/>
              </a:endParaRPr>
            </a:p>
          </p:txBody>
        </p:sp>
        <p:sp>
          <p:nvSpPr>
            <p:cNvPr id="39" name="TextBox 38">
              <a:extLst>
                <a:ext uri="{FF2B5EF4-FFF2-40B4-BE49-F238E27FC236}">
                  <a16:creationId xmlns:a16="http://schemas.microsoft.com/office/drawing/2014/main" id="{D99AB7A3-EC66-2E69-D984-AA56725B49BC}"/>
                </a:ext>
              </a:extLst>
            </p:cNvPr>
            <p:cNvSpPr txBox="1"/>
            <p:nvPr/>
          </p:nvSpPr>
          <p:spPr>
            <a:xfrm>
              <a:off x="14976740" y="15690149"/>
              <a:ext cx="1400615" cy="1289976"/>
            </a:xfrm>
            <a:prstGeom prst="rect">
              <a:avLst/>
            </a:prstGeom>
            <a:noFill/>
          </p:spPr>
          <p:txBody>
            <a:bodyPr wrap="square" lIns="91440" tIns="45720" rIns="91440" bIns="45720" anchor="t">
              <a:spAutoFit/>
            </a:bodyPr>
            <a:lstStyle/>
            <a:p>
              <a:pPr algn="ctr"/>
              <a:r>
                <a:rPr lang="en-US" sz="4000" dirty="0">
                  <a:latin typeface="Helvetica"/>
                  <a:ea typeface="MS PGothic"/>
                </a:rPr>
                <a:t>Y=9</a:t>
              </a:r>
            </a:p>
            <a:p>
              <a:pPr algn="ctr"/>
              <a:endParaRPr lang="en-US" sz="2800" dirty="0">
                <a:latin typeface="Helvetica"/>
              </a:endParaRPr>
            </a:p>
          </p:txBody>
        </p:sp>
      </p:grpSp>
      <p:sp>
        <p:nvSpPr>
          <p:cNvPr id="15398" name="TextBox 15397">
            <a:extLst>
              <a:ext uri="{FF2B5EF4-FFF2-40B4-BE49-F238E27FC236}">
                <a16:creationId xmlns:a16="http://schemas.microsoft.com/office/drawing/2014/main" id="{525D5E19-4B3C-AFF6-A95E-21518D8D505D}"/>
              </a:ext>
            </a:extLst>
          </p:cNvPr>
          <p:cNvSpPr txBox="1"/>
          <p:nvPr/>
        </p:nvSpPr>
        <p:spPr>
          <a:xfrm>
            <a:off x="16564741" y="12143124"/>
            <a:ext cx="12586455" cy="1077218"/>
          </a:xfrm>
          <a:prstGeom prst="rect">
            <a:avLst/>
          </a:prstGeom>
          <a:noFill/>
        </p:spPr>
        <p:txBody>
          <a:bodyPr wrap="square" lIns="91440" tIns="45720" rIns="91440" bIns="45720" anchor="t">
            <a:spAutoFit/>
          </a:bodyPr>
          <a:lstStyle/>
          <a:p>
            <a:pPr algn="ctr"/>
            <a:r>
              <a:rPr lang="en-US" altLang="en-US" sz="3200" dirty="0">
                <a:latin typeface="Helvetica"/>
                <a:ea typeface="MS PGothic"/>
              </a:rPr>
              <a:t>Participants were asked to rate their closeness with the three partners before the task on a 7-point Likert Scale</a:t>
            </a:r>
          </a:p>
        </p:txBody>
      </p:sp>
      <p:sp>
        <p:nvSpPr>
          <p:cNvPr id="15400" name="Rectangle 54"/>
          <p:cNvSpPr>
            <a:spLocks noChangeArrowheads="1"/>
          </p:cNvSpPr>
          <p:nvPr/>
        </p:nvSpPr>
        <p:spPr bwMode="auto">
          <a:xfrm>
            <a:off x="30676645" y="24531321"/>
            <a:ext cx="12928282" cy="8153186"/>
          </a:xfrm>
          <a:prstGeom prst="rect">
            <a:avLst/>
          </a:prstGeom>
          <a:noFill/>
          <a:ln w="76200">
            <a:solidFill>
              <a:srgbClr val="C00000"/>
            </a:solidFill>
            <a:miter lim="800000"/>
            <a:headEnd/>
            <a:tailEnd/>
          </a:ln>
          <a:extLst>
            <a:ext uri="{909E8E84-426E-40DD-AFC4-6F175D3DCCD1}">
              <a14:hiddenFill xmlns:a14="http://schemas.microsoft.com/office/drawing/2010/main">
                <a:solidFill>
                  <a:srgbClr val="FFFFFF"/>
                </a:solidFill>
              </a14:hiddenFill>
            </a:ext>
          </a:extLst>
        </p:spPr>
        <p:txBody>
          <a:bodyPr wrap="none" lIns="81274" tIns="40638" rIns="81274" bIns="40638" anchor="ct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eaLnBrk="1" hangingPunct="1"/>
            <a:endParaRPr lang="en-US" altLang="en-US" sz="1245">
              <a:latin typeface="Trebuchet MS" panose="020B0603020202020204" pitchFamily="34" charset="0"/>
            </a:endParaRPr>
          </a:p>
        </p:txBody>
      </p:sp>
      <p:sp>
        <p:nvSpPr>
          <p:cNvPr id="72" name="TextBox 86">
            <a:extLst>
              <a:ext uri="{FF2B5EF4-FFF2-40B4-BE49-F238E27FC236}">
                <a16:creationId xmlns:a16="http://schemas.microsoft.com/office/drawing/2014/main" id="{7876542B-4364-4FD7-BCA2-651EBF34C355}"/>
              </a:ext>
            </a:extLst>
          </p:cNvPr>
          <p:cNvSpPr txBox="1">
            <a:spLocks noChangeArrowheads="1"/>
          </p:cNvSpPr>
          <p:nvPr/>
        </p:nvSpPr>
        <p:spPr bwMode="auto">
          <a:xfrm>
            <a:off x="32230620" y="24371337"/>
            <a:ext cx="9797258" cy="748988"/>
          </a:xfrm>
          <a:prstGeom prst="rect">
            <a:avLst/>
          </a:prstGeom>
          <a:solidFill>
            <a:schemeClr val="bg1"/>
          </a:solidFill>
          <a:ln>
            <a:noFill/>
          </a:ln>
        </p:spPr>
        <p:txBody>
          <a:bodyPr wrap="square">
            <a:spAutoFit/>
          </a:bodyP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sz="4267" b="1" dirty="0">
                <a:solidFill>
                  <a:srgbClr val="C00000"/>
                </a:solidFill>
                <a:latin typeface="Trebuchet MS" panose="020B0603020202020204" pitchFamily="34" charset="0"/>
              </a:rPr>
              <a:t>7. Conclusions and Future Directions</a:t>
            </a:r>
          </a:p>
        </p:txBody>
      </p:sp>
      <p:sp>
        <p:nvSpPr>
          <p:cNvPr id="5" name="Rectangle 4">
            <a:extLst>
              <a:ext uri="{FF2B5EF4-FFF2-40B4-BE49-F238E27FC236}">
                <a16:creationId xmlns:a16="http://schemas.microsoft.com/office/drawing/2014/main" id="{F27FB003-669C-6748-AC0B-0C13B0734BA6}"/>
              </a:ext>
            </a:extLst>
          </p:cNvPr>
          <p:cNvSpPr/>
          <p:nvPr/>
        </p:nvSpPr>
        <p:spPr>
          <a:xfrm>
            <a:off x="30912367" y="25351882"/>
            <a:ext cx="12914399" cy="6832640"/>
          </a:xfrm>
          <a:prstGeom prst="rect">
            <a:avLst/>
          </a:prstGeom>
        </p:spPr>
        <p:txBody>
          <a:bodyPr wrap="square" lIns="91440" tIns="45720" rIns="91440" bIns="45720" anchor="t">
            <a:spAutoFit/>
          </a:bodyPr>
          <a:lstStyle/>
          <a:p>
            <a:pPr>
              <a:spcBef>
                <a:spcPts val="360"/>
              </a:spcBef>
              <a:spcAft>
                <a:spcPts val="0"/>
              </a:spcAft>
              <a:buFont typeface="Arial" panose="020B0604020202020204" pitchFamily="34" charset="0"/>
              <a:buChar char="•"/>
            </a:pPr>
            <a:r>
              <a:rPr lang="en-US" sz="3200" dirty="0">
                <a:latin typeface="Helvetica"/>
                <a:ea typeface="MS PGothic"/>
                <a:cs typeface="Helvetica"/>
              </a:rPr>
              <a:t> </a:t>
            </a:r>
            <a:r>
              <a:rPr lang="en-US" sz="3400" dirty="0">
                <a:latin typeface="Helvetica"/>
                <a:ea typeface="MS PGothic"/>
                <a:cs typeface="Helvetica"/>
              </a:rPr>
              <a:t>Experiencing reciprocation elicited VS activation</a:t>
            </a:r>
          </a:p>
          <a:p>
            <a:pPr>
              <a:spcBef>
                <a:spcPts val="360"/>
              </a:spcBef>
              <a:spcAft>
                <a:spcPts val="0"/>
              </a:spcAft>
              <a:buFont typeface="Arial" panose="020B0604020202020204" pitchFamily="34" charset="0"/>
              <a:buChar char="•"/>
            </a:pPr>
            <a:endParaRPr lang="en-US" sz="3400" dirty="0">
              <a:latin typeface="Helvetica"/>
              <a:ea typeface="MS PGothic"/>
              <a:cs typeface="Helvetica"/>
            </a:endParaRPr>
          </a:p>
          <a:p>
            <a:pPr>
              <a:spcBef>
                <a:spcPts val="360"/>
              </a:spcBef>
              <a:spcAft>
                <a:spcPts val="0"/>
              </a:spcAft>
              <a:buFont typeface="Arial" panose="020B0604020202020204" pitchFamily="34" charset="0"/>
              <a:buChar char="•"/>
            </a:pPr>
            <a:r>
              <a:rPr lang="en-US" sz="3400" dirty="0">
                <a:latin typeface="Helvetica"/>
                <a:ea typeface="MS PGothic"/>
                <a:cs typeface="Helvetica"/>
              </a:rPr>
              <a:t> There were no age-related effects in the VS</a:t>
            </a:r>
          </a:p>
          <a:p>
            <a:pPr>
              <a:spcBef>
                <a:spcPts val="360"/>
              </a:spcBef>
              <a:spcAft>
                <a:spcPts val="0"/>
              </a:spcAft>
              <a:buFont typeface="Arial" panose="020B0604020202020204" pitchFamily="34" charset="0"/>
              <a:buChar char="•"/>
            </a:pPr>
            <a:endParaRPr lang="en-US" sz="3400" dirty="0">
              <a:latin typeface="Helvetica"/>
              <a:ea typeface="MS PGothic"/>
              <a:cs typeface="Helvetica"/>
            </a:endParaRPr>
          </a:p>
          <a:p>
            <a:pPr>
              <a:spcBef>
                <a:spcPts val="360"/>
              </a:spcBef>
              <a:spcAft>
                <a:spcPts val="0"/>
              </a:spcAft>
              <a:buFont typeface="Arial" panose="020B0604020202020204" pitchFamily="34" charset="0"/>
              <a:buChar char="•"/>
            </a:pPr>
            <a:r>
              <a:rPr lang="en-US" sz="3400" dirty="0">
                <a:latin typeface="Helvetica"/>
                <a:ea typeface="MS PGothic"/>
                <a:cs typeface="Helvetica"/>
              </a:rPr>
              <a:t> Increase in age was associated with increase in MFG activation during the friend condition relative to the computer condition</a:t>
            </a:r>
          </a:p>
          <a:p>
            <a:pPr>
              <a:spcBef>
                <a:spcPts val="360"/>
              </a:spcBef>
              <a:spcAft>
                <a:spcPts val="0"/>
              </a:spcAft>
              <a:buFont typeface="Arial" panose="020B0604020202020204" pitchFamily="34" charset="0"/>
              <a:buChar char="•"/>
            </a:pPr>
            <a:endParaRPr lang="en-US" sz="3400" dirty="0">
              <a:latin typeface="Helvetica"/>
              <a:ea typeface="MS PGothic"/>
              <a:cs typeface="Helvetica"/>
            </a:endParaRPr>
          </a:p>
          <a:p>
            <a:pPr>
              <a:spcBef>
                <a:spcPts val="360"/>
              </a:spcBef>
              <a:spcAft>
                <a:spcPts val="0"/>
              </a:spcAft>
              <a:buFont typeface="Arial" panose="020B0604020202020204" pitchFamily="34" charset="0"/>
              <a:buChar char="•"/>
            </a:pPr>
            <a:r>
              <a:rPr lang="en-US" sz="3400" dirty="0">
                <a:latin typeface="Helvetica"/>
                <a:ea typeface="MS PGothic"/>
                <a:cs typeface="Helvetica"/>
              </a:rPr>
              <a:t> Increase in age was associated with decrease in ACC activation during the friend condition relative to the computer condition</a:t>
            </a:r>
          </a:p>
          <a:p>
            <a:pPr>
              <a:spcBef>
                <a:spcPts val="360"/>
              </a:spcBef>
              <a:spcAft>
                <a:spcPts val="0"/>
              </a:spcAft>
            </a:pPr>
            <a:endParaRPr lang="en-US" sz="3400" dirty="0">
              <a:latin typeface="Helvetica"/>
              <a:ea typeface="MS PGothic"/>
              <a:cs typeface="Helvetica"/>
            </a:endParaRPr>
          </a:p>
          <a:p>
            <a:pPr>
              <a:spcBef>
                <a:spcPts val="360"/>
              </a:spcBef>
              <a:spcAft>
                <a:spcPts val="0"/>
              </a:spcAft>
              <a:buFont typeface="Arial" panose="020B0604020202020204" pitchFamily="34" charset="0"/>
              <a:buChar char="•"/>
            </a:pPr>
            <a:endParaRPr lang="en-US" sz="3400" b="1" dirty="0">
              <a:latin typeface="Helvetica"/>
              <a:ea typeface="MS PGothic"/>
              <a:cs typeface="Helvetica"/>
            </a:endParaRPr>
          </a:p>
          <a:p>
            <a:pPr>
              <a:spcBef>
                <a:spcPts val="360"/>
              </a:spcBef>
              <a:spcAft>
                <a:spcPts val="0"/>
              </a:spcAft>
            </a:pPr>
            <a:r>
              <a:rPr lang="en-US" sz="3400" b="1" dirty="0">
                <a:latin typeface="Helvetica"/>
                <a:ea typeface="MS PGothic"/>
                <a:cs typeface="Helvetica"/>
              </a:rPr>
              <a:t>*Results are preliminary </a:t>
            </a:r>
          </a:p>
        </p:txBody>
      </p:sp>
      <p:sp>
        <p:nvSpPr>
          <p:cNvPr id="15429" name="Rounded Rectangle 15428">
            <a:extLst>
              <a:ext uri="{FF2B5EF4-FFF2-40B4-BE49-F238E27FC236}">
                <a16:creationId xmlns:a16="http://schemas.microsoft.com/office/drawing/2014/main" id="{4B7D9A17-B83C-E5E9-1709-3AF83FDD5AD6}"/>
              </a:ext>
            </a:extLst>
          </p:cNvPr>
          <p:cNvSpPr/>
          <p:nvPr/>
        </p:nvSpPr>
        <p:spPr bwMode="auto">
          <a:xfrm>
            <a:off x="681129" y="15250685"/>
            <a:ext cx="6101659" cy="707229"/>
          </a:xfrm>
          <a:prstGeom prst="roundRect">
            <a:avLst/>
          </a:prstGeom>
          <a:solidFill>
            <a:schemeClr val="accent1"/>
          </a:solidFill>
          <a:ln w="508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defTabSz="4389438" eaLnBrk="1" hangingPunct="1"/>
            <a:r>
              <a:rPr lang="en-US" sz="3500" u="sng" dirty="0"/>
              <a:t>You are given </a:t>
            </a:r>
            <a:r>
              <a:rPr lang="en-US" sz="3500" b="1" u="sng" dirty="0"/>
              <a:t>$8</a:t>
            </a:r>
            <a:r>
              <a:rPr lang="en-US" sz="3500" u="sng" dirty="0"/>
              <a:t> for the trial. </a:t>
            </a:r>
          </a:p>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cs typeface="Arial" charset="0"/>
            </a:endParaRPr>
          </a:p>
        </p:txBody>
      </p:sp>
      <p:grpSp>
        <p:nvGrpSpPr>
          <p:cNvPr id="15592" name="Group 15591">
            <a:extLst>
              <a:ext uri="{FF2B5EF4-FFF2-40B4-BE49-F238E27FC236}">
                <a16:creationId xmlns:a16="http://schemas.microsoft.com/office/drawing/2014/main" id="{415B0EBC-8379-F485-6113-E5DF57F87E19}"/>
              </a:ext>
            </a:extLst>
          </p:cNvPr>
          <p:cNvGrpSpPr/>
          <p:nvPr/>
        </p:nvGrpSpPr>
        <p:grpSpPr>
          <a:xfrm>
            <a:off x="2182475" y="21738507"/>
            <a:ext cx="4667290" cy="1325771"/>
            <a:chOff x="1804103" y="21738507"/>
            <a:chExt cx="4667290" cy="1325771"/>
          </a:xfrm>
        </p:grpSpPr>
        <p:sp>
          <p:nvSpPr>
            <p:cNvPr id="52" name="TextBox 51">
              <a:extLst>
                <a:ext uri="{FF2B5EF4-FFF2-40B4-BE49-F238E27FC236}">
                  <a16:creationId xmlns:a16="http://schemas.microsoft.com/office/drawing/2014/main" id="{4707B45F-027B-576B-4808-66F0A5D95489}"/>
                </a:ext>
              </a:extLst>
            </p:cNvPr>
            <p:cNvSpPr txBox="1"/>
            <p:nvPr/>
          </p:nvSpPr>
          <p:spPr>
            <a:xfrm>
              <a:off x="5031575" y="21740839"/>
              <a:ext cx="1439818" cy="1323439"/>
            </a:xfrm>
            <a:prstGeom prst="rect">
              <a:avLst/>
            </a:prstGeom>
            <a:noFill/>
          </p:spPr>
          <p:txBody>
            <a:bodyPr wrap="none" rtlCol="0">
              <a:spAutoFit/>
            </a:bodyPr>
            <a:lstStyle/>
            <a:p>
              <a:r>
                <a:rPr lang="en-US" sz="8000" b="1" dirty="0">
                  <a:solidFill>
                    <a:srgbClr val="03DF04"/>
                  </a:solidFill>
                </a:rPr>
                <a:t>X3</a:t>
              </a:r>
            </a:p>
          </p:txBody>
        </p:sp>
        <p:sp>
          <p:nvSpPr>
            <p:cNvPr id="15433" name="Rounded Rectangle 15432">
              <a:extLst>
                <a:ext uri="{FF2B5EF4-FFF2-40B4-BE49-F238E27FC236}">
                  <a16:creationId xmlns:a16="http://schemas.microsoft.com/office/drawing/2014/main" id="{9D770554-0135-2E8B-9BC3-8228F9631C8A}"/>
                </a:ext>
              </a:extLst>
            </p:cNvPr>
            <p:cNvSpPr/>
            <p:nvPr/>
          </p:nvSpPr>
          <p:spPr bwMode="auto">
            <a:xfrm>
              <a:off x="1804103" y="21738507"/>
              <a:ext cx="2967279" cy="1168944"/>
            </a:xfrm>
            <a:prstGeom prst="roundRect">
              <a:avLst/>
            </a:prstGeom>
            <a:solidFill>
              <a:schemeClr val="accent1"/>
            </a:solidFill>
            <a:ln w="508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defTabSz="4389438" eaLnBrk="1" hangingPunct="1"/>
              <a:r>
                <a:rPr lang="en-US" sz="3000" dirty="0"/>
                <a:t>The money you  sent is tripled</a:t>
              </a:r>
            </a:p>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cs typeface="Arial" charset="0"/>
              </a:endParaRPr>
            </a:p>
          </p:txBody>
        </p:sp>
      </p:grpSp>
      <p:grpSp>
        <p:nvGrpSpPr>
          <p:cNvPr id="15490" name="Group 15489">
            <a:extLst>
              <a:ext uri="{FF2B5EF4-FFF2-40B4-BE49-F238E27FC236}">
                <a16:creationId xmlns:a16="http://schemas.microsoft.com/office/drawing/2014/main" id="{26CF14B9-FE18-01D5-1A0A-E19BE8376A0A}"/>
              </a:ext>
            </a:extLst>
          </p:cNvPr>
          <p:cNvGrpSpPr/>
          <p:nvPr/>
        </p:nvGrpSpPr>
        <p:grpSpPr>
          <a:xfrm>
            <a:off x="530502" y="18979791"/>
            <a:ext cx="4534151" cy="2464546"/>
            <a:chOff x="533974" y="18532980"/>
            <a:chExt cx="4534151" cy="2464546"/>
          </a:xfrm>
        </p:grpSpPr>
        <p:sp>
          <p:nvSpPr>
            <p:cNvPr id="15432" name="Rounded Rectangle 15431">
              <a:extLst>
                <a:ext uri="{FF2B5EF4-FFF2-40B4-BE49-F238E27FC236}">
                  <a16:creationId xmlns:a16="http://schemas.microsoft.com/office/drawing/2014/main" id="{29E5F4B4-9ECB-A12A-6B3F-C0855A0CDE34}"/>
                </a:ext>
              </a:extLst>
            </p:cNvPr>
            <p:cNvSpPr/>
            <p:nvPr/>
          </p:nvSpPr>
          <p:spPr bwMode="auto">
            <a:xfrm>
              <a:off x="533974" y="19334093"/>
              <a:ext cx="4534151" cy="1663433"/>
            </a:xfrm>
            <a:prstGeom prst="roundRect">
              <a:avLst/>
            </a:prstGeom>
            <a:solidFill>
              <a:schemeClr val="accent1"/>
            </a:solidFill>
            <a:ln w="508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defTabSz="4389438" eaLnBrk="1" hangingPunct="1"/>
              <a:r>
                <a:rPr lang="en-US" sz="3000" dirty="0"/>
                <a:t>You choose a higher or lower amount to share with your partner.</a:t>
              </a:r>
            </a:p>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cs typeface="Arial" charset="0"/>
              </a:endParaRPr>
            </a:p>
          </p:txBody>
        </p:sp>
        <p:cxnSp>
          <p:nvCxnSpPr>
            <p:cNvPr id="15442" name="Elbow Connector 15441">
              <a:extLst>
                <a:ext uri="{FF2B5EF4-FFF2-40B4-BE49-F238E27FC236}">
                  <a16:creationId xmlns:a16="http://schemas.microsoft.com/office/drawing/2014/main" id="{FD357802-D2BB-A2AC-2582-D36E431D92F1}"/>
                </a:ext>
              </a:extLst>
            </p:cNvPr>
            <p:cNvCxnSpPr>
              <a:cxnSpLocks/>
            </p:cNvCxnSpPr>
            <p:nvPr/>
          </p:nvCxnSpPr>
          <p:spPr bwMode="auto">
            <a:xfrm flipV="1">
              <a:off x="2361558" y="18532980"/>
              <a:ext cx="953880" cy="801113"/>
            </a:xfrm>
            <a:prstGeom prst="bentConnector3">
              <a:avLst>
                <a:gd name="adj1" fmla="val -3922"/>
              </a:avLst>
            </a:prstGeom>
            <a:solidFill>
              <a:schemeClr val="accent1"/>
            </a:solidFill>
            <a:ln w="50800" cap="flat" cmpd="sng" algn="ctr">
              <a:solidFill>
                <a:schemeClr val="tx1"/>
              </a:solidFill>
              <a:prstDash val="solid"/>
              <a:round/>
              <a:headEnd type="none" w="med" len="med"/>
              <a:tailEnd type="triangle"/>
            </a:ln>
            <a:effectLst/>
          </p:spPr>
        </p:cxnSp>
      </p:grpSp>
      <p:grpSp>
        <p:nvGrpSpPr>
          <p:cNvPr id="15524" name="Group 15523">
            <a:extLst>
              <a:ext uri="{FF2B5EF4-FFF2-40B4-BE49-F238E27FC236}">
                <a16:creationId xmlns:a16="http://schemas.microsoft.com/office/drawing/2014/main" id="{2BE13E56-51BA-1AA5-3DFC-DFF18406D067}"/>
              </a:ext>
            </a:extLst>
          </p:cNvPr>
          <p:cNvGrpSpPr/>
          <p:nvPr/>
        </p:nvGrpSpPr>
        <p:grpSpPr>
          <a:xfrm>
            <a:off x="65312" y="31162938"/>
            <a:ext cx="14865736" cy="1521569"/>
            <a:chOff x="238017" y="31162937"/>
            <a:chExt cx="14865736" cy="1521569"/>
          </a:xfrm>
        </p:grpSpPr>
        <p:sp>
          <p:nvSpPr>
            <p:cNvPr id="15522" name="Rectangle 162">
              <a:extLst>
                <a:ext uri="{FF2B5EF4-FFF2-40B4-BE49-F238E27FC236}">
                  <a16:creationId xmlns:a16="http://schemas.microsoft.com/office/drawing/2014/main" id="{FE02C6A3-84E3-8711-744E-4E036833F418}"/>
                </a:ext>
              </a:extLst>
            </p:cNvPr>
            <p:cNvSpPr>
              <a:spLocks noChangeArrowheads="1"/>
            </p:cNvSpPr>
            <p:nvPr/>
          </p:nvSpPr>
          <p:spPr bwMode="auto">
            <a:xfrm>
              <a:off x="348551" y="31162937"/>
              <a:ext cx="14710114" cy="1521569"/>
            </a:xfrm>
            <a:prstGeom prst="rect">
              <a:avLst/>
            </a:prstGeom>
            <a:noFill/>
            <a:ln w="76200">
              <a:solidFill>
                <a:srgbClr val="C00000"/>
              </a:solidFill>
              <a:miter lim="800000"/>
              <a:headEnd/>
              <a:tailEnd/>
            </a:ln>
            <a:extLst>
              <a:ext uri="{909E8E84-426E-40DD-AFC4-6F175D3DCCD1}">
                <a14:hiddenFill xmlns:a14="http://schemas.microsoft.com/office/drawing/2010/main">
                  <a:solidFill>
                    <a:srgbClr val="FFFFFF"/>
                  </a:solidFill>
                </a14:hiddenFill>
              </a:ext>
            </a:extLst>
          </p:spPr>
          <p:txBody>
            <a:bodyPr wrap="none" lIns="81274" tIns="40638" rIns="81274" bIns="40638" anchor="ct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eaLnBrk="1" hangingPunct="1"/>
              <a:endParaRPr lang="en-US" altLang="en-US" sz="1245">
                <a:latin typeface="Trebuchet MS" panose="020B0603020202020204" pitchFamily="34" charset="0"/>
              </a:endParaRPr>
            </a:p>
          </p:txBody>
        </p:sp>
        <p:sp>
          <p:nvSpPr>
            <p:cNvPr id="15523" name="TextBox 15522">
              <a:extLst>
                <a:ext uri="{FF2B5EF4-FFF2-40B4-BE49-F238E27FC236}">
                  <a16:creationId xmlns:a16="http://schemas.microsoft.com/office/drawing/2014/main" id="{D58D20F7-A26B-E2DB-0B9B-4184ACFBEF53}"/>
                </a:ext>
              </a:extLst>
            </p:cNvPr>
            <p:cNvSpPr txBox="1"/>
            <p:nvPr/>
          </p:nvSpPr>
          <p:spPr>
            <a:xfrm>
              <a:off x="238017" y="31398445"/>
              <a:ext cx="14865736" cy="1015663"/>
            </a:xfrm>
            <a:prstGeom prst="rect">
              <a:avLst/>
            </a:prstGeom>
            <a:noFill/>
          </p:spPr>
          <p:txBody>
            <a:bodyPr wrap="none" rtlCol="0">
              <a:spAutoFit/>
            </a:bodyPr>
            <a:lstStyle/>
            <a:p>
              <a:pPr algn="ctr"/>
              <a:r>
                <a:rPr lang="en-US" sz="2900" b="0" i="0" dirty="0">
                  <a:effectLst/>
                  <a:latin typeface="Slack-Lato"/>
                </a:rPr>
                <a:t>This study was supported by National Institutes of Health grant RF1-AG67011 (David V. Smith).</a:t>
              </a:r>
              <a:br>
                <a:rPr lang="en-US" sz="2900" dirty="0"/>
              </a:br>
              <a:r>
                <a:rPr lang="en-US" sz="2900" b="0" i="0" dirty="0">
                  <a:effectLst/>
                  <a:latin typeface="Slack-Lato"/>
                </a:rPr>
                <a:t>Contact information: </a:t>
              </a:r>
              <a:r>
                <a:rPr lang="en-US" sz="2900" b="0" i="0" dirty="0" err="1">
                  <a:effectLst/>
                  <a:latin typeface="Slack-Lato"/>
                </a:rPr>
                <a:t>Avi.Dachs@temple.edu</a:t>
              </a:r>
              <a:r>
                <a:rPr lang="en-US" sz="2900" b="0" i="0" dirty="0">
                  <a:effectLst/>
                  <a:latin typeface="Slack-Lato"/>
                </a:rPr>
                <a:t>, </a:t>
              </a:r>
              <a:r>
                <a:rPr lang="en-US" sz="2900" b="0" i="0" dirty="0" err="1">
                  <a:effectLst/>
                  <a:latin typeface="Slack-Lato"/>
                </a:rPr>
                <a:t>Cooper.Sharp@temple.edu</a:t>
              </a:r>
              <a:endParaRPr lang="en-US" sz="2900" dirty="0"/>
            </a:p>
          </p:txBody>
        </p:sp>
      </p:grpSp>
      <p:grpSp>
        <p:nvGrpSpPr>
          <p:cNvPr id="15538" name="Group 15537">
            <a:extLst>
              <a:ext uri="{FF2B5EF4-FFF2-40B4-BE49-F238E27FC236}">
                <a16:creationId xmlns:a16="http://schemas.microsoft.com/office/drawing/2014/main" id="{4ABA81B2-5B67-77D2-5517-08033E19241B}"/>
              </a:ext>
            </a:extLst>
          </p:cNvPr>
          <p:cNvGrpSpPr/>
          <p:nvPr/>
        </p:nvGrpSpPr>
        <p:grpSpPr>
          <a:xfrm>
            <a:off x="1364527" y="17047384"/>
            <a:ext cx="3578072" cy="1569660"/>
            <a:chOff x="1398495" y="16644992"/>
            <a:chExt cx="3578072" cy="1569660"/>
          </a:xfrm>
        </p:grpSpPr>
        <p:sp>
          <p:nvSpPr>
            <p:cNvPr id="15528" name="Rounded Rectangle 15527">
              <a:extLst>
                <a:ext uri="{FF2B5EF4-FFF2-40B4-BE49-F238E27FC236}">
                  <a16:creationId xmlns:a16="http://schemas.microsoft.com/office/drawing/2014/main" id="{AD2DBFD4-1DD0-D27D-7CB0-35408A9E32E4}"/>
                </a:ext>
              </a:extLst>
            </p:cNvPr>
            <p:cNvSpPr/>
            <p:nvPr/>
          </p:nvSpPr>
          <p:spPr bwMode="auto">
            <a:xfrm>
              <a:off x="1398495" y="16644992"/>
              <a:ext cx="1947439" cy="1569660"/>
            </a:xfrm>
            <a:prstGeom prst="roundRect">
              <a:avLst/>
            </a:prstGeom>
            <a:solidFill>
              <a:schemeClr val="accent1"/>
            </a:solidFill>
            <a:ln w="508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defTabSz="4389438" eaLnBrk="1" hangingPunct="1"/>
              <a:r>
                <a:rPr lang="en-US" sz="3000" dirty="0"/>
                <a:t>You are assigned a partner.</a:t>
              </a:r>
            </a:p>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cs typeface="Arial" charset="0"/>
              </a:endParaRPr>
            </a:p>
          </p:txBody>
        </p:sp>
        <p:cxnSp>
          <p:nvCxnSpPr>
            <p:cNvPr id="15537" name="Straight Arrow Connector 15536">
              <a:extLst>
                <a:ext uri="{FF2B5EF4-FFF2-40B4-BE49-F238E27FC236}">
                  <a16:creationId xmlns:a16="http://schemas.microsoft.com/office/drawing/2014/main" id="{7A1CFB10-A83A-AA5A-7CB9-EC39B260985E}"/>
                </a:ext>
              </a:extLst>
            </p:cNvPr>
            <p:cNvCxnSpPr>
              <a:cxnSpLocks/>
              <a:stCxn id="15528" idx="3"/>
            </p:cNvCxnSpPr>
            <p:nvPr/>
          </p:nvCxnSpPr>
          <p:spPr bwMode="auto">
            <a:xfrm>
              <a:off x="3345934" y="17429822"/>
              <a:ext cx="1630633" cy="0"/>
            </a:xfrm>
            <a:prstGeom prst="straightConnector1">
              <a:avLst/>
            </a:prstGeom>
            <a:solidFill>
              <a:schemeClr val="accent1"/>
            </a:solidFill>
            <a:ln w="50800" cap="flat" cmpd="sng" algn="ctr">
              <a:solidFill>
                <a:schemeClr val="tx1"/>
              </a:solidFill>
              <a:prstDash val="solid"/>
              <a:round/>
              <a:headEnd type="none" w="med" len="med"/>
              <a:tailEnd type="triangle"/>
            </a:ln>
            <a:effectLst/>
          </p:spPr>
        </p:cxnSp>
      </p:grpSp>
      <p:sp>
        <p:nvSpPr>
          <p:cNvPr id="15542" name="Rounded Rectangle 15541">
            <a:extLst>
              <a:ext uri="{FF2B5EF4-FFF2-40B4-BE49-F238E27FC236}">
                <a16:creationId xmlns:a16="http://schemas.microsoft.com/office/drawing/2014/main" id="{F919F17A-D127-CAD0-86F8-9896BB472FB5}"/>
              </a:ext>
            </a:extLst>
          </p:cNvPr>
          <p:cNvSpPr/>
          <p:nvPr/>
        </p:nvSpPr>
        <p:spPr bwMode="auto">
          <a:xfrm>
            <a:off x="1019445" y="25306099"/>
            <a:ext cx="2843041" cy="764088"/>
          </a:xfrm>
          <a:prstGeom prst="roundRect">
            <a:avLst/>
          </a:prstGeom>
          <a:solidFill>
            <a:schemeClr val="accent1"/>
          </a:solidFill>
          <a:ln w="508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defTabSz="4389438" eaLnBrk="1" hangingPunct="1"/>
            <a:r>
              <a:rPr lang="en-US" sz="4000" u="sng" dirty="0"/>
              <a:t>End of trial</a:t>
            </a:r>
          </a:p>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cs typeface="Arial" charset="0"/>
            </a:endParaRPr>
          </a:p>
        </p:txBody>
      </p:sp>
      <p:grpSp>
        <p:nvGrpSpPr>
          <p:cNvPr id="15583" name="Group 15582">
            <a:extLst>
              <a:ext uri="{FF2B5EF4-FFF2-40B4-BE49-F238E27FC236}">
                <a16:creationId xmlns:a16="http://schemas.microsoft.com/office/drawing/2014/main" id="{81424957-973F-2BA6-23A6-71C1377BD2AF}"/>
              </a:ext>
            </a:extLst>
          </p:cNvPr>
          <p:cNvGrpSpPr/>
          <p:nvPr/>
        </p:nvGrpSpPr>
        <p:grpSpPr>
          <a:xfrm>
            <a:off x="23079238" y="5095222"/>
            <a:ext cx="6472299" cy="6595040"/>
            <a:chOff x="23205210" y="4927197"/>
            <a:chExt cx="5400682" cy="6202336"/>
          </a:xfrm>
        </p:grpSpPr>
        <p:pic>
          <p:nvPicPr>
            <p:cNvPr id="15574" name="Picture 15573" descr="A graph of a line&#10;&#10;Description automatically generated with medium confidence">
              <a:extLst>
                <a:ext uri="{FF2B5EF4-FFF2-40B4-BE49-F238E27FC236}">
                  <a16:creationId xmlns:a16="http://schemas.microsoft.com/office/drawing/2014/main" id="{C54D0E15-DCC7-A19B-7997-13F421CEA2FB}"/>
                </a:ext>
              </a:extLst>
            </p:cNvPr>
            <p:cNvPicPr>
              <a:picLocks noChangeAspect="1"/>
            </p:cNvPicPr>
            <p:nvPr/>
          </p:nvPicPr>
          <p:blipFill rotWithShape="1">
            <a:blip r:embed="rId14">
              <a:extLst>
                <a:ext uri="{28A0092B-C50C-407E-A947-70E740481C1C}">
                  <a14:useLocalDpi xmlns:a14="http://schemas.microsoft.com/office/drawing/2010/main" val="0"/>
                </a:ext>
              </a:extLst>
            </a:blip>
            <a:srcRect r="3644" b="9068"/>
            <a:stretch/>
          </p:blipFill>
          <p:spPr>
            <a:xfrm>
              <a:off x="24004670" y="4927197"/>
              <a:ext cx="4601222" cy="5427765"/>
            </a:xfrm>
            <a:prstGeom prst="rect">
              <a:avLst/>
            </a:prstGeom>
          </p:spPr>
        </p:pic>
        <p:sp>
          <p:nvSpPr>
            <p:cNvPr id="15575" name="TextBox 15574">
              <a:extLst>
                <a:ext uri="{FF2B5EF4-FFF2-40B4-BE49-F238E27FC236}">
                  <a16:creationId xmlns:a16="http://schemas.microsoft.com/office/drawing/2014/main" id="{136D78E5-71EA-17ED-91C9-F9CCADA262FF}"/>
                </a:ext>
              </a:extLst>
            </p:cNvPr>
            <p:cNvSpPr txBox="1"/>
            <p:nvPr/>
          </p:nvSpPr>
          <p:spPr>
            <a:xfrm rot="16200000">
              <a:off x="21066163" y="7584362"/>
              <a:ext cx="4647426" cy="369332"/>
            </a:xfrm>
            <a:prstGeom prst="rect">
              <a:avLst/>
            </a:prstGeom>
            <a:noFill/>
          </p:spPr>
          <p:txBody>
            <a:bodyPr wrap="none" rtlCol="0">
              <a:spAutoFit/>
            </a:bodyPr>
            <a:lstStyle/>
            <a:p>
              <a:r>
                <a:rPr lang="en-US" dirty="0"/>
                <a:t>Sharing with Friend – Sharing with Stranger</a:t>
              </a:r>
            </a:p>
          </p:txBody>
        </p:sp>
        <p:sp>
          <p:nvSpPr>
            <p:cNvPr id="15576" name="TextBox 15575">
              <a:extLst>
                <a:ext uri="{FF2B5EF4-FFF2-40B4-BE49-F238E27FC236}">
                  <a16:creationId xmlns:a16="http://schemas.microsoft.com/office/drawing/2014/main" id="{7E602785-88A0-0942-659B-9A750B46996F}"/>
                </a:ext>
              </a:extLst>
            </p:cNvPr>
            <p:cNvSpPr txBox="1"/>
            <p:nvPr/>
          </p:nvSpPr>
          <p:spPr>
            <a:xfrm>
              <a:off x="23603500" y="9333929"/>
              <a:ext cx="389850" cy="369332"/>
            </a:xfrm>
            <a:prstGeom prst="rect">
              <a:avLst/>
            </a:prstGeom>
            <a:noFill/>
          </p:spPr>
          <p:txBody>
            <a:bodyPr wrap="none" rtlCol="0">
              <a:spAutoFit/>
            </a:bodyPr>
            <a:lstStyle/>
            <a:p>
              <a:r>
                <a:rPr lang="en-US" dirty="0"/>
                <a:t>-2</a:t>
              </a:r>
            </a:p>
          </p:txBody>
        </p:sp>
        <p:sp>
          <p:nvSpPr>
            <p:cNvPr id="15577" name="TextBox 15576">
              <a:extLst>
                <a:ext uri="{FF2B5EF4-FFF2-40B4-BE49-F238E27FC236}">
                  <a16:creationId xmlns:a16="http://schemas.microsoft.com/office/drawing/2014/main" id="{44C014BB-4057-CE6F-8488-5075607DFC5B}"/>
                </a:ext>
              </a:extLst>
            </p:cNvPr>
            <p:cNvSpPr txBox="1"/>
            <p:nvPr/>
          </p:nvSpPr>
          <p:spPr>
            <a:xfrm>
              <a:off x="23684874" y="6124920"/>
              <a:ext cx="312906" cy="369332"/>
            </a:xfrm>
            <a:prstGeom prst="rect">
              <a:avLst/>
            </a:prstGeom>
            <a:noFill/>
          </p:spPr>
          <p:txBody>
            <a:bodyPr wrap="none" rtlCol="0">
              <a:spAutoFit/>
            </a:bodyPr>
            <a:lstStyle/>
            <a:p>
              <a:r>
                <a:rPr lang="en-US" dirty="0"/>
                <a:t>2</a:t>
              </a:r>
            </a:p>
          </p:txBody>
        </p:sp>
        <p:sp>
          <p:nvSpPr>
            <p:cNvPr id="15578" name="TextBox 15577">
              <a:extLst>
                <a:ext uri="{FF2B5EF4-FFF2-40B4-BE49-F238E27FC236}">
                  <a16:creationId xmlns:a16="http://schemas.microsoft.com/office/drawing/2014/main" id="{7FC9F9D2-B5EE-482C-7F35-E7345B0CA197}"/>
                </a:ext>
              </a:extLst>
            </p:cNvPr>
            <p:cNvSpPr txBox="1"/>
            <p:nvPr/>
          </p:nvSpPr>
          <p:spPr>
            <a:xfrm>
              <a:off x="23666269" y="7699893"/>
              <a:ext cx="312906" cy="369332"/>
            </a:xfrm>
            <a:prstGeom prst="rect">
              <a:avLst/>
            </a:prstGeom>
            <a:noFill/>
          </p:spPr>
          <p:txBody>
            <a:bodyPr wrap="none" rtlCol="0">
              <a:spAutoFit/>
            </a:bodyPr>
            <a:lstStyle/>
            <a:p>
              <a:r>
                <a:rPr lang="en-US" dirty="0"/>
                <a:t>0</a:t>
              </a:r>
            </a:p>
          </p:txBody>
        </p:sp>
        <p:sp>
          <p:nvSpPr>
            <p:cNvPr id="15579" name="TextBox 15578">
              <a:extLst>
                <a:ext uri="{FF2B5EF4-FFF2-40B4-BE49-F238E27FC236}">
                  <a16:creationId xmlns:a16="http://schemas.microsoft.com/office/drawing/2014/main" id="{115532EB-4683-39F0-80DC-27E22F24AA20}"/>
                </a:ext>
              </a:extLst>
            </p:cNvPr>
            <p:cNvSpPr txBox="1"/>
            <p:nvPr/>
          </p:nvSpPr>
          <p:spPr>
            <a:xfrm>
              <a:off x="23984464" y="10392031"/>
              <a:ext cx="441146" cy="369332"/>
            </a:xfrm>
            <a:prstGeom prst="rect">
              <a:avLst/>
            </a:prstGeom>
            <a:noFill/>
          </p:spPr>
          <p:txBody>
            <a:bodyPr wrap="none" rtlCol="0">
              <a:spAutoFit/>
            </a:bodyPr>
            <a:lstStyle/>
            <a:p>
              <a:r>
                <a:rPr lang="en-US" dirty="0"/>
                <a:t>20</a:t>
              </a:r>
            </a:p>
          </p:txBody>
        </p:sp>
        <p:sp>
          <p:nvSpPr>
            <p:cNvPr id="15580" name="TextBox 15579">
              <a:extLst>
                <a:ext uri="{FF2B5EF4-FFF2-40B4-BE49-F238E27FC236}">
                  <a16:creationId xmlns:a16="http://schemas.microsoft.com/office/drawing/2014/main" id="{3A319DEB-B897-3E25-DF07-7B459ED170BF}"/>
                </a:ext>
              </a:extLst>
            </p:cNvPr>
            <p:cNvSpPr txBox="1"/>
            <p:nvPr/>
          </p:nvSpPr>
          <p:spPr>
            <a:xfrm>
              <a:off x="25529056" y="10429100"/>
              <a:ext cx="441146" cy="369332"/>
            </a:xfrm>
            <a:prstGeom prst="rect">
              <a:avLst/>
            </a:prstGeom>
            <a:noFill/>
          </p:spPr>
          <p:txBody>
            <a:bodyPr wrap="none" rtlCol="0">
              <a:spAutoFit/>
            </a:bodyPr>
            <a:lstStyle/>
            <a:p>
              <a:r>
                <a:rPr lang="en-US" dirty="0"/>
                <a:t>40</a:t>
              </a:r>
            </a:p>
          </p:txBody>
        </p:sp>
        <p:sp>
          <p:nvSpPr>
            <p:cNvPr id="15581" name="TextBox 15580">
              <a:extLst>
                <a:ext uri="{FF2B5EF4-FFF2-40B4-BE49-F238E27FC236}">
                  <a16:creationId xmlns:a16="http://schemas.microsoft.com/office/drawing/2014/main" id="{92207841-AB47-B838-56C4-7A8991CBC082}"/>
                </a:ext>
              </a:extLst>
            </p:cNvPr>
            <p:cNvSpPr txBox="1"/>
            <p:nvPr/>
          </p:nvSpPr>
          <p:spPr>
            <a:xfrm>
              <a:off x="27155348" y="10416605"/>
              <a:ext cx="441146" cy="369332"/>
            </a:xfrm>
            <a:prstGeom prst="rect">
              <a:avLst/>
            </a:prstGeom>
            <a:noFill/>
          </p:spPr>
          <p:txBody>
            <a:bodyPr wrap="none" rtlCol="0">
              <a:spAutoFit/>
            </a:bodyPr>
            <a:lstStyle/>
            <a:p>
              <a:r>
                <a:rPr lang="en-US" dirty="0"/>
                <a:t>60</a:t>
              </a:r>
            </a:p>
          </p:txBody>
        </p:sp>
        <p:sp>
          <p:nvSpPr>
            <p:cNvPr id="15582" name="TextBox 15581">
              <a:extLst>
                <a:ext uri="{FF2B5EF4-FFF2-40B4-BE49-F238E27FC236}">
                  <a16:creationId xmlns:a16="http://schemas.microsoft.com/office/drawing/2014/main" id="{3BD77EC1-C3D3-3CE1-B336-0F6F0DC0255C}"/>
                </a:ext>
              </a:extLst>
            </p:cNvPr>
            <p:cNvSpPr txBox="1"/>
            <p:nvPr/>
          </p:nvSpPr>
          <p:spPr>
            <a:xfrm>
              <a:off x="25933780" y="10760201"/>
              <a:ext cx="595035" cy="369332"/>
            </a:xfrm>
            <a:prstGeom prst="rect">
              <a:avLst/>
            </a:prstGeom>
            <a:noFill/>
          </p:spPr>
          <p:txBody>
            <a:bodyPr wrap="none" rtlCol="0">
              <a:spAutoFit/>
            </a:bodyPr>
            <a:lstStyle/>
            <a:p>
              <a:r>
                <a:rPr lang="en-US" dirty="0"/>
                <a:t>Age</a:t>
              </a:r>
            </a:p>
          </p:txBody>
        </p:sp>
      </p:grpSp>
      <p:sp>
        <p:nvSpPr>
          <p:cNvPr id="15595" name="TextBox 15594">
            <a:extLst>
              <a:ext uri="{FF2B5EF4-FFF2-40B4-BE49-F238E27FC236}">
                <a16:creationId xmlns:a16="http://schemas.microsoft.com/office/drawing/2014/main" id="{BD0DF8CA-4563-3ED7-8925-AC53B7E7547D}"/>
              </a:ext>
            </a:extLst>
          </p:cNvPr>
          <p:cNvSpPr txBox="1"/>
          <p:nvPr/>
        </p:nvSpPr>
        <p:spPr>
          <a:xfrm>
            <a:off x="17919580" y="31349801"/>
            <a:ext cx="10494348" cy="584775"/>
          </a:xfrm>
          <a:prstGeom prst="rect">
            <a:avLst/>
          </a:prstGeom>
          <a:noFill/>
        </p:spPr>
        <p:txBody>
          <a:bodyPr wrap="none" rtlCol="0">
            <a:spAutoFit/>
          </a:bodyPr>
          <a:lstStyle/>
          <a:p>
            <a:r>
              <a:rPr lang="en-US" sz="3200" dirty="0"/>
              <a:t>We found that activation in the VS was not related to age</a:t>
            </a:r>
          </a:p>
        </p:txBody>
      </p:sp>
      <p:sp>
        <p:nvSpPr>
          <p:cNvPr id="15653" name="TextBox 15652">
            <a:extLst>
              <a:ext uri="{FF2B5EF4-FFF2-40B4-BE49-F238E27FC236}">
                <a16:creationId xmlns:a16="http://schemas.microsoft.com/office/drawing/2014/main" id="{9597D04E-EB1A-89FD-82CC-B188103B2A2D}"/>
              </a:ext>
            </a:extLst>
          </p:cNvPr>
          <p:cNvSpPr txBox="1"/>
          <p:nvPr/>
        </p:nvSpPr>
        <p:spPr>
          <a:xfrm>
            <a:off x="30959587" y="22061241"/>
            <a:ext cx="12062344" cy="1015663"/>
          </a:xfrm>
          <a:prstGeom prst="rect">
            <a:avLst/>
          </a:prstGeom>
          <a:noFill/>
        </p:spPr>
        <p:txBody>
          <a:bodyPr wrap="square" rtlCol="0">
            <a:spAutoFit/>
          </a:bodyPr>
          <a:lstStyle/>
          <a:p>
            <a:pPr algn="l"/>
            <a:r>
              <a:rPr lang="en-US" sz="3000" i="0" dirty="0">
                <a:effectLst/>
                <a:latin typeface="Helvetica" pitchFamily="2" charset="0"/>
              </a:rPr>
              <a:t>We found lower ACC activation in older adults than in younger adults when experiencing friend reciprocation.</a:t>
            </a:r>
          </a:p>
        </p:txBody>
      </p:sp>
      <p:sp>
        <p:nvSpPr>
          <p:cNvPr id="15656" name="TextBox 15655">
            <a:extLst>
              <a:ext uri="{FF2B5EF4-FFF2-40B4-BE49-F238E27FC236}">
                <a16:creationId xmlns:a16="http://schemas.microsoft.com/office/drawing/2014/main" id="{0129C3E6-E266-8160-0CF6-63893649E9BB}"/>
              </a:ext>
            </a:extLst>
          </p:cNvPr>
          <p:cNvSpPr txBox="1"/>
          <p:nvPr/>
        </p:nvSpPr>
        <p:spPr>
          <a:xfrm>
            <a:off x="967783" y="27288073"/>
            <a:ext cx="13287268" cy="3877985"/>
          </a:xfrm>
          <a:prstGeom prst="rect">
            <a:avLst/>
          </a:prstGeom>
          <a:noFill/>
        </p:spPr>
        <p:txBody>
          <a:bodyPr wrap="square" rtlCol="0">
            <a:spAutoFit/>
          </a:bodyPr>
          <a:lstStyle/>
          <a:p>
            <a:pPr algn="ctr"/>
            <a:r>
              <a:rPr lang="en-US" sz="2800" dirty="0">
                <a:effectLst/>
                <a:latin typeface="Helvetica"/>
                <a:ea typeface="Times New Roman" panose="02020603050405020304" pitchFamily="18" charset="0"/>
                <a:cs typeface="Helvetica"/>
              </a:rPr>
              <a:t>N =</a:t>
            </a:r>
            <a:r>
              <a:rPr lang="en-US" sz="2800" dirty="0">
                <a:latin typeface="Helvetica"/>
                <a:ea typeface="Times New Roman" panose="02020603050405020304" pitchFamily="18" charset="0"/>
                <a:cs typeface="Helvetica"/>
              </a:rPr>
              <a:t> 62</a:t>
            </a:r>
            <a:r>
              <a:rPr lang="en-US" sz="2800" dirty="0">
                <a:effectLst/>
                <a:latin typeface="Helvetica"/>
                <a:ea typeface="Times New Roman" panose="02020603050405020304" pitchFamily="18" charset="0"/>
                <a:cs typeface="Helvetica"/>
              </a:rPr>
              <a:t> </a:t>
            </a:r>
            <a:r>
              <a:rPr lang="en-US" sz="2800" dirty="0">
                <a:latin typeface="Helvetica" pitchFamily="2" charset="0"/>
                <a:ea typeface="Times New Roman" panose="02020603050405020304" pitchFamily="18" charset="0"/>
                <a:cs typeface="Helvetica"/>
              </a:rPr>
              <a:t>C</a:t>
            </a:r>
            <a:r>
              <a:rPr lang="en-US" sz="2800" dirty="0">
                <a:effectLst/>
                <a:latin typeface="Helvetica" pitchFamily="2" charset="0"/>
                <a:ea typeface="Times New Roman" panose="02020603050405020304" pitchFamily="18" charset="0"/>
                <a:cs typeface="Helvetica"/>
              </a:rPr>
              <a:t>ompleted the </a:t>
            </a:r>
            <a:r>
              <a:rPr lang="en-US" sz="2800" b="0" i="0" dirty="0">
                <a:effectLst/>
                <a:latin typeface="Helvetica" pitchFamily="2" charset="0"/>
              </a:rPr>
              <a:t>Inclusion of Other in Self Scale and </a:t>
            </a:r>
            <a:r>
              <a:rPr lang="en-US" sz="2800" dirty="0">
                <a:effectLst/>
                <a:latin typeface="Helvetica" pitchFamily="2" charset="0"/>
                <a:ea typeface="Times New Roman" panose="02020603050405020304" pitchFamily="18" charset="0"/>
                <a:cs typeface="Helvetica"/>
              </a:rPr>
              <a:t>the </a:t>
            </a:r>
            <a:r>
              <a:rPr lang="en-US" sz="2800" b="0" i="0" dirty="0">
                <a:effectLst/>
                <a:latin typeface="Helvetica" pitchFamily="2" charset="0"/>
              </a:rPr>
              <a:t>Older Adults Financial Exploitation and Vulnerability Scale.</a:t>
            </a:r>
          </a:p>
          <a:p>
            <a:pPr algn="ctr"/>
            <a:endParaRPr lang="en-US" sz="2800" dirty="0">
              <a:latin typeface="Helvetica" pitchFamily="2" charset="0"/>
              <a:ea typeface="Times New Roman" panose="02020603050405020304" pitchFamily="18" charset="0"/>
              <a:cs typeface="Helvetica"/>
            </a:endParaRPr>
          </a:p>
          <a:p>
            <a:pPr algn="ctr"/>
            <a:r>
              <a:rPr lang="en-US" sz="2800" dirty="0">
                <a:latin typeface="Helvetica"/>
                <a:ea typeface="MS PGothic"/>
                <a:cs typeface="Helvetica"/>
              </a:rPr>
              <a:t>Whole brain results were </a:t>
            </a:r>
            <a:r>
              <a:rPr lang="en-US" sz="2800" dirty="0" err="1">
                <a:latin typeface="Helvetica"/>
                <a:ea typeface="MS PGothic"/>
                <a:cs typeface="Helvetica"/>
              </a:rPr>
              <a:t>thresholded</a:t>
            </a:r>
            <a:r>
              <a:rPr lang="en-US" sz="2800" dirty="0">
                <a:latin typeface="Helvetica"/>
                <a:ea typeface="MS PGothic"/>
                <a:cs typeface="Helvetica"/>
              </a:rPr>
              <a:t> at Z &gt; 3.1 and Family Wise Error corrected at p &gt; .05</a:t>
            </a:r>
          </a:p>
          <a:p>
            <a:pPr algn="ctr"/>
            <a:endParaRPr lang="en-US" sz="2800" dirty="0">
              <a:latin typeface="Helvetica"/>
              <a:ea typeface="MS PGothic"/>
              <a:cs typeface="Helvetica"/>
            </a:endParaRPr>
          </a:p>
          <a:p>
            <a:pPr algn="ctr"/>
            <a:r>
              <a:rPr lang="en-US" sz="2800" dirty="0">
                <a:latin typeface="Helvetica"/>
                <a:ea typeface="MS PGothic"/>
                <a:cs typeface="Helvetica"/>
              </a:rPr>
              <a:t>Masks were extracted from Harvard–Oxford and Mars atlases.</a:t>
            </a:r>
            <a:endParaRPr lang="en-US" sz="2800" dirty="0"/>
          </a:p>
          <a:p>
            <a:endParaRPr lang="en-US" sz="2500" dirty="0">
              <a:effectLst/>
              <a:latin typeface="Helvetica"/>
              <a:ea typeface="Times New Roman" panose="02020603050405020304" pitchFamily="18" charset="0"/>
              <a:cs typeface="Helvetica"/>
            </a:endParaRPr>
          </a:p>
          <a:p>
            <a:endParaRPr lang="en-US" sz="2500" dirty="0"/>
          </a:p>
        </p:txBody>
      </p:sp>
      <p:grpSp>
        <p:nvGrpSpPr>
          <p:cNvPr id="15666" name="Group 15665">
            <a:extLst>
              <a:ext uri="{FF2B5EF4-FFF2-40B4-BE49-F238E27FC236}">
                <a16:creationId xmlns:a16="http://schemas.microsoft.com/office/drawing/2014/main" id="{F4499BAD-2B87-B075-89D7-E684EC5B1F7C}"/>
              </a:ext>
            </a:extLst>
          </p:cNvPr>
          <p:cNvGrpSpPr/>
          <p:nvPr/>
        </p:nvGrpSpPr>
        <p:grpSpPr>
          <a:xfrm>
            <a:off x="16354965" y="5047450"/>
            <a:ext cx="5514207" cy="5891751"/>
            <a:chOff x="16270767" y="4773172"/>
            <a:chExt cx="4112536" cy="4273122"/>
          </a:xfrm>
        </p:grpSpPr>
        <p:pic>
          <p:nvPicPr>
            <p:cNvPr id="15659" name="Graphic 15658">
              <a:extLst>
                <a:ext uri="{FF2B5EF4-FFF2-40B4-BE49-F238E27FC236}">
                  <a16:creationId xmlns:a16="http://schemas.microsoft.com/office/drawing/2014/main" id="{6D9E2B1C-10CC-F9D6-3D33-17375F7BFB84}"/>
                </a:ext>
              </a:extLst>
            </p:cNvPr>
            <p:cNvPicPr>
              <a:picLocks noChangeAspect="1"/>
            </p:cNvPicPr>
            <p:nvPr/>
          </p:nvPicPr>
          <p:blipFill rotWithShape="1">
            <a:blip r:embed="rId15">
              <a:extLst>
                <a:ext uri="{28A0092B-C50C-407E-A947-70E740481C1C}">
                  <a14:useLocalDpi xmlns:a14="http://schemas.microsoft.com/office/drawing/2010/main" val="0"/>
                </a:ext>
                <a:ext uri="{96DAC541-7B7A-43D3-8B79-37D633B846F1}">
                  <asvg:svgBlip xmlns:asvg="http://schemas.microsoft.com/office/drawing/2016/SVG/main" r:embed="rId16"/>
                </a:ext>
              </a:extLst>
            </a:blip>
            <a:srcRect l="8667"/>
            <a:stretch/>
          </p:blipFill>
          <p:spPr>
            <a:xfrm>
              <a:off x="16619952" y="4773172"/>
              <a:ext cx="3763351" cy="4273122"/>
            </a:xfrm>
            <a:prstGeom prst="rect">
              <a:avLst/>
            </a:prstGeom>
          </p:spPr>
        </p:pic>
        <p:sp>
          <p:nvSpPr>
            <p:cNvPr id="15660" name="TextBox 15659">
              <a:extLst>
                <a:ext uri="{FF2B5EF4-FFF2-40B4-BE49-F238E27FC236}">
                  <a16:creationId xmlns:a16="http://schemas.microsoft.com/office/drawing/2014/main" id="{0766629E-BCF3-6556-AF99-A6859175E636}"/>
                </a:ext>
              </a:extLst>
            </p:cNvPr>
            <p:cNvSpPr txBox="1"/>
            <p:nvPr/>
          </p:nvSpPr>
          <p:spPr>
            <a:xfrm>
              <a:off x="16270767" y="8330236"/>
              <a:ext cx="312906" cy="369332"/>
            </a:xfrm>
            <a:prstGeom prst="rect">
              <a:avLst/>
            </a:prstGeom>
            <a:noFill/>
          </p:spPr>
          <p:txBody>
            <a:bodyPr wrap="none" rtlCol="0">
              <a:spAutoFit/>
            </a:bodyPr>
            <a:lstStyle/>
            <a:p>
              <a:r>
                <a:rPr lang="en-US" dirty="0"/>
                <a:t>0</a:t>
              </a:r>
            </a:p>
          </p:txBody>
        </p:sp>
        <p:sp>
          <p:nvSpPr>
            <p:cNvPr id="15661" name="TextBox 15660">
              <a:extLst>
                <a:ext uri="{FF2B5EF4-FFF2-40B4-BE49-F238E27FC236}">
                  <a16:creationId xmlns:a16="http://schemas.microsoft.com/office/drawing/2014/main" id="{617C1651-3CCF-B80A-1012-2C16CC7ED704}"/>
                </a:ext>
              </a:extLst>
            </p:cNvPr>
            <p:cNvSpPr txBox="1"/>
            <p:nvPr/>
          </p:nvSpPr>
          <p:spPr>
            <a:xfrm>
              <a:off x="16288042" y="7069297"/>
              <a:ext cx="312906" cy="369332"/>
            </a:xfrm>
            <a:prstGeom prst="rect">
              <a:avLst/>
            </a:prstGeom>
            <a:noFill/>
          </p:spPr>
          <p:txBody>
            <a:bodyPr wrap="none" rtlCol="0">
              <a:spAutoFit/>
            </a:bodyPr>
            <a:lstStyle/>
            <a:p>
              <a:r>
                <a:rPr lang="en-US" dirty="0"/>
                <a:t>2</a:t>
              </a:r>
            </a:p>
          </p:txBody>
        </p:sp>
        <p:sp>
          <p:nvSpPr>
            <p:cNvPr id="15662" name="TextBox 15661">
              <a:extLst>
                <a:ext uri="{FF2B5EF4-FFF2-40B4-BE49-F238E27FC236}">
                  <a16:creationId xmlns:a16="http://schemas.microsoft.com/office/drawing/2014/main" id="{4DC189FA-5EF4-8645-EFD2-F4AA0CF414D9}"/>
                </a:ext>
              </a:extLst>
            </p:cNvPr>
            <p:cNvSpPr txBox="1"/>
            <p:nvPr/>
          </p:nvSpPr>
          <p:spPr>
            <a:xfrm>
              <a:off x="16286106" y="5815933"/>
              <a:ext cx="312906" cy="369332"/>
            </a:xfrm>
            <a:prstGeom prst="rect">
              <a:avLst/>
            </a:prstGeom>
            <a:noFill/>
          </p:spPr>
          <p:txBody>
            <a:bodyPr wrap="none" rtlCol="0">
              <a:spAutoFit/>
            </a:bodyPr>
            <a:lstStyle/>
            <a:p>
              <a:r>
                <a:rPr lang="en-US" dirty="0"/>
                <a:t>4</a:t>
              </a:r>
            </a:p>
          </p:txBody>
        </p:sp>
        <p:sp>
          <p:nvSpPr>
            <p:cNvPr id="15663" name="TextBox 15662">
              <a:extLst>
                <a:ext uri="{FF2B5EF4-FFF2-40B4-BE49-F238E27FC236}">
                  <a16:creationId xmlns:a16="http://schemas.microsoft.com/office/drawing/2014/main" id="{FEBA7C19-438A-8BB9-F286-7161582091EA}"/>
                </a:ext>
              </a:extLst>
            </p:cNvPr>
            <p:cNvSpPr txBox="1"/>
            <p:nvPr/>
          </p:nvSpPr>
          <p:spPr>
            <a:xfrm>
              <a:off x="16838470" y="8664303"/>
              <a:ext cx="838691" cy="369332"/>
            </a:xfrm>
            <a:prstGeom prst="rect">
              <a:avLst/>
            </a:prstGeom>
            <a:noFill/>
          </p:spPr>
          <p:txBody>
            <a:bodyPr wrap="none" rtlCol="0">
              <a:spAutoFit/>
            </a:bodyPr>
            <a:lstStyle/>
            <a:p>
              <a:pPr algn="ctr"/>
              <a:r>
                <a:rPr lang="en-US" dirty="0"/>
                <a:t>Friend</a:t>
              </a:r>
            </a:p>
          </p:txBody>
        </p:sp>
        <p:sp>
          <p:nvSpPr>
            <p:cNvPr id="15664" name="TextBox 15663">
              <a:extLst>
                <a:ext uri="{FF2B5EF4-FFF2-40B4-BE49-F238E27FC236}">
                  <a16:creationId xmlns:a16="http://schemas.microsoft.com/office/drawing/2014/main" id="{D1FDC6B6-A877-379F-C9B2-8D6C71CA3AC6}"/>
                </a:ext>
              </a:extLst>
            </p:cNvPr>
            <p:cNvSpPr txBox="1"/>
            <p:nvPr/>
          </p:nvSpPr>
          <p:spPr>
            <a:xfrm>
              <a:off x="17903802" y="8664303"/>
              <a:ext cx="1069524" cy="369332"/>
            </a:xfrm>
            <a:prstGeom prst="rect">
              <a:avLst/>
            </a:prstGeom>
            <a:noFill/>
          </p:spPr>
          <p:txBody>
            <a:bodyPr wrap="none" rtlCol="0">
              <a:spAutoFit/>
            </a:bodyPr>
            <a:lstStyle/>
            <a:p>
              <a:r>
                <a:rPr lang="en-US" dirty="0"/>
                <a:t>Stranger</a:t>
              </a:r>
            </a:p>
          </p:txBody>
        </p:sp>
        <p:sp>
          <p:nvSpPr>
            <p:cNvPr id="15665" name="TextBox 15664">
              <a:extLst>
                <a:ext uri="{FF2B5EF4-FFF2-40B4-BE49-F238E27FC236}">
                  <a16:creationId xmlns:a16="http://schemas.microsoft.com/office/drawing/2014/main" id="{0D79EDF9-8FFC-03A5-0959-5F4339B2A174}"/>
                </a:ext>
              </a:extLst>
            </p:cNvPr>
            <p:cNvSpPr txBox="1"/>
            <p:nvPr/>
          </p:nvSpPr>
          <p:spPr>
            <a:xfrm>
              <a:off x="19079432" y="8666185"/>
              <a:ext cx="1197764" cy="369332"/>
            </a:xfrm>
            <a:prstGeom prst="rect">
              <a:avLst/>
            </a:prstGeom>
            <a:noFill/>
          </p:spPr>
          <p:txBody>
            <a:bodyPr wrap="none" rtlCol="0">
              <a:spAutoFit/>
            </a:bodyPr>
            <a:lstStyle/>
            <a:p>
              <a:pPr algn="ctr"/>
              <a:r>
                <a:rPr lang="en-US" dirty="0"/>
                <a:t>Computer</a:t>
              </a:r>
            </a:p>
          </p:txBody>
        </p:sp>
      </p:grpSp>
      <p:sp>
        <p:nvSpPr>
          <p:cNvPr id="15667" name="Rounded Rectangle 15666">
            <a:extLst>
              <a:ext uri="{FF2B5EF4-FFF2-40B4-BE49-F238E27FC236}">
                <a16:creationId xmlns:a16="http://schemas.microsoft.com/office/drawing/2014/main" id="{A04AF92B-DBCA-68B5-49E1-F021F79663D4}"/>
              </a:ext>
            </a:extLst>
          </p:cNvPr>
          <p:cNvSpPr/>
          <p:nvPr/>
        </p:nvSpPr>
        <p:spPr bwMode="auto">
          <a:xfrm>
            <a:off x="882727" y="23499130"/>
            <a:ext cx="3102910" cy="655177"/>
          </a:xfrm>
          <a:prstGeom prst="roundRect">
            <a:avLst/>
          </a:prstGeom>
          <a:solidFill>
            <a:schemeClr val="accent1"/>
          </a:solidFill>
          <a:ln w="508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defTabSz="4389438" eaLnBrk="1" hangingPunct="1"/>
            <a:r>
              <a:rPr lang="en-US" sz="3000" dirty="0"/>
              <a:t>Outcome Phase</a:t>
            </a:r>
          </a:p>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cs typeface="Arial" charset="0"/>
            </a:endParaRPr>
          </a:p>
        </p:txBody>
      </p:sp>
      <p:sp>
        <p:nvSpPr>
          <p:cNvPr id="15668" name="Rectangle 15667">
            <a:extLst>
              <a:ext uri="{FF2B5EF4-FFF2-40B4-BE49-F238E27FC236}">
                <a16:creationId xmlns:a16="http://schemas.microsoft.com/office/drawing/2014/main" id="{313395CF-F0BD-08A4-741C-0E58C7C64F02}"/>
              </a:ext>
            </a:extLst>
          </p:cNvPr>
          <p:cNvSpPr/>
          <p:nvPr/>
        </p:nvSpPr>
        <p:spPr bwMode="auto">
          <a:xfrm>
            <a:off x="5259549" y="17607220"/>
            <a:ext cx="1984189" cy="552682"/>
          </a:xfrm>
          <a:prstGeom prst="rect">
            <a:avLst/>
          </a:prstGeom>
          <a:solidFill>
            <a:srgbClr val="848484"/>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r>
              <a:rPr kumimoji="0" lang="en-US" sz="3000" b="0" i="0" u="none" strike="noStrike" cap="none" normalizeH="0" baseline="0" dirty="0">
                <a:ln>
                  <a:noFill/>
                </a:ln>
                <a:solidFill>
                  <a:schemeClr val="bg1"/>
                </a:solidFill>
                <a:effectLst/>
                <a:latin typeface="Arial" charset="0"/>
                <a:cs typeface="Arial" charset="0"/>
              </a:rPr>
              <a:t>Computer</a:t>
            </a:r>
          </a:p>
        </p:txBody>
      </p:sp>
      <p:grpSp>
        <p:nvGrpSpPr>
          <p:cNvPr id="15710" name="Group 15709">
            <a:extLst>
              <a:ext uri="{FF2B5EF4-FFF2-40B4-BE49-F238E27FC236}">
                <a16:creationId xmlns:a16="http://schemas.microsoft.com/office/drawing/2014/main" id="{9AFA48F8-C584-C811-C9F5-EFCA333DD7C1}"/>
              </a:ext>
            </a:extLst>
          </p:cNvPr>
          <p:cNvGrpSpPr/>
          <p:nvPr/>
        </p:nvGrpSpPr>
        <p:grpSpPr>
          <a:xfrm>
            <a:off x="30977262" y="15791162"/>
            <a:ext cx="6023828" cy="5608210"/>
            <a:chOff x="30686058" y="13981673"/>
            <a:chExt cx="6377623" cy="5937595"/>
          </a:xfrm>
        </p:grpSpPr>
        <p:pic>
          <p:nvPicPr>
            <p:cNvPr id="15672" name="Picture 15671" descr="A close-up of a brain&#10;&#10;Description automatically generated">
              <a:extLst>
                <a:ext uri="{FF2B5EF4-FFF2-40B4-BE49-F238E27FC236}">
                  <a16:creationId xmlns:a16="http://schemas.microsoft.com/office/drawing/2014/main" id="{D3F7B839-9C15-BAE8-4B9F-D9E5FA41621C}"/>
                </a:ext>
              </a:extLst>
            </p:cNvPr>
            <p:cNvPicPr>
              <a:picLocks noChangeAspect="1"/>
            </p:cNvPicPr>
            <p:nvPr/>
          </p:nvPicPr>
          <p:blipFill>
            <a:blip r:embed="rId17">
              <a:extLst>
                <a:ext uri="{28A0092B-C50C-407E-A947-70E740481C1C}">
                  <a14:useLocalDpi xmlns:a14="http://schemas.microsoft.com/office/drawing/2010/main" val="0"/>
                </a:ext>
              </a:extLst>
            </a:blip>
            <a:stretch>
              <a:fillRect/>
            </a:stretch>
          </p:blipFill>
          <p:spPr>
            <a:xfrm>
              <a:off x="30686058" y="14307843"/>
              <a:ext cx="6377623" cy="5333837"/>
            </a:xfrm>
            <a:prstGeom prst="rect">
              <a:avLst/>
            </a:prstGeom>
          </p:spPr>
        </p:pic>
        <p:sp>
          <p:nvSpPr>
            <p:cNvPr id="15673" name="TextBox 15672">
              <a:extLst>
                <a:ext uri="{FF2B5EF4-FFF2-40B4-BE49-F238E27FC236}">
                  <a16:creationId xmlns:a16="http://schemas.microsoft.com/office/drawing/2014/main" id="{B7572CC2-F582-E038-F57D-36186A2AD7CD}"/>
                </a:ext>
              </a:extLst>
            </p:cNvPr>
            <p:cNvSpPr txBox="1"/>
            <p:nvPr/>
          </p:nvSpPr>
          <p:spPr>
            <a:xfrm>
              <a:off x="30756135" y="13981673"/>
              <a:ext cx="1539204" cy="707886"/>
            </a:xfrm>
            <a:prstGeom prst="rect">
              <a:avLst/>
            </a:prstGeom>
            <a:noFill/>
          </p:spPr>
          <p:txBody>
            <a:bodyPr wrap="none" rtlCol="0">
              <a:spAutoFit/>
            </a:bodyPr>
            <a:lstStyle/>
            <a:p>
              <a:r>
                <a:rPr lang="en-US" sz="4000" dirty="0"/>
                <a:t>X= 83</a:t>
              </a:r>
            </a:p>
          </p:txBody>
        </p:sp>
        <p:sp>
          <p:nvSpPr>
            <p:cNvPr id="15679" name="TextBox 15678">
              <a:extLst>
                <a:ext uri="{FF2B5EF4-FFF2-40B4-BE49-F238E27FC236}">
                  <a16:creationId xmlns:a16="http://schemas.microsoft.com/office/drawing/2014/main" id="{C5CCA665-31CA-7E9E-5033-AF62B19B1AEF}"/>
                </a:ext>
              </a:extLst>
            </p:cNvPr>
            <p:cNvSpPr txBox="1"/>
            <p:nvPr/>
          </p:nvSpPr>
          <p:spPr>
            <a:xfrm>
              <a:off x="30741892" y="19334493"/>
              <a:ext cx="1253639" cy="584775"/>
            </a:xfrm>
            <a:prstGeom prst="rect">
              <a:avLst/>
            </a:prstGeom>
            <a:noFill/>
          </p:spPr>
          <p:txBody>
            <a:bodyPr wrap="square">
              <a:spAutoFit/>
            </a:bodyPr>
            <a:lstStyle/>
            <a:p>
              <a:r>
                <a:rPr lang="en-US" sz="3200" b="1" dirty="0">
                  <a:latin typeface="Helvetica"/>
                  <a:ea typeface="MS PGothic"/>
                </a:rPr>
                <a:t>ACC</a:t>
              </a:r>
              <a:endParaRPr lang="en-US" sz="3200" b="1" dirty="0">
                <a:latin typeface="Helvetica"/>
              </a:endParaRPr>
            </a:p>
          </p:txBody>
        </p:sp>
      </p:grpSp>
      <p:grpSp>
        <p:nvGrpSpPr>
          <p:cNvPr id="15708" name="Group 15707">
            <a:extLst>
              <a:ext uri="{FF2B5EF4-FFF2-40B4-BE49-F238E27FC236}">
                <a16:creationId xmlns:a16="http://schemas.microsoft.com/office/drawing/2014/main" id="{F3365FFA-9BF5-9EF3-928F-677A1E435CFE}"/>
              </a:ext>
            </a:extLst>
          </p:cNvPr>
          <p:cNvGrpSpPr/>
          <p:nvPr/>
        </p:nvGrpSpPr>
        <p:grpSpPr>
          <a:xfrm>
            <a:off x="30895084" y="6346347"/>
            <a:ext cx="6343779" cy="6015975"/>
            <a:chOff x="30935268" y="5248472"/>
            <a:chExt cx="5920597" cy="5456124"/>
          </a:xfrm>
        </p:grpSpPr>
        <p:pic>
          <p:nvPicPr>
            <p:cNvPr id="15670" name="Picture 15669" descr="A brain with a red spot&#10;&#10;Description automatically generated">
              <a:extLst>
                <a:ext uri="{FF2B5EF4-FFF2-40B4-BE49-F238E27FC236}">
                  <a16:creationId xmlns:a16="http://schemas.microsoft.com/office/drawing/2014/main" id="{BA2FE39D-46B1-0722-481F-CB4E6283E65E}"/>
                </a:ext>
              </a:extLst>
            </p:cNvPr>
            <p:cNvPicPr>
              <a:picLocks noChangeAspect="1"/>
            </p:cNvPicPr>
            <p:nvPr/>
          </p:nvPicPr>
          <p:blipFill>
            <a:blip r:embed="rId18">
              <a:extLst>
                <a:ext uri="{28A0092B-C50C-407E-A947-70E740481C1C}">
                  <a14:useLocalDpi xmlns:a14="http://schemas.microsoft.com/office/drawing/2010/main" val="0"/>
                </a:ext>
              </a:extLst>
            </a:blip>
            <a:stretch>
              <a:fillRect/>
            </a:stretch>
          </p:blipFill>
          <p:spPr>
            <a:xfrm>
              <a:off x="31172216" y="5328136"/>
              <a:ext cx="5683649" cy="4771937"/>
            </a:xfrm>
            <a:prstGeom prst="rect">
              <a:avLst/>
            </a:prstGeom>
          </p:spPr>
        </p:pic>
        <p:sp>
          <p:nvSpPr>
            <p:cNvPr id="15674" name="TextBox 15673">
              <a:extLst>
                <a:ext uri="{FF2B5EF4-FFF2-40B4-BE49-F238E27FC236}">
                  <a16:creationId xmlns:a16="http://schemas.microsoft.com/office/drawing/2014/main" id="{6D1FEF78-5231-7339-DB44-5A31EBAD6F9E}"/>
                </a:ext>
              </a:extLst>
            </p:cNvPr>
            <p:cNvSpPr txBox="1"/>
            <p:nvPr/>
          </p:nvSpPr>
          <p:spPr>
            <a:xfrm>
              <a:off x="30935268" y="5248472"/>
              <a:ext cx="1539203" cy="707886"/>
            </a:xfrm>
            <a:prstGeom prst="rect">
              <a:avLst/>
            </a:prstGeom>
            <a:noFill/>
          </p:spPr>
          <p:txBody>
            <a:bodyPr wrap="none" rtlCol="0">
              <a:spAutoFit/>
            </a:bodyPr>
            <a:lstStyle/>
            <a:p>
              <a:r>
                <a:rPr lang="en-US" sz="4000" dirty="0"/>
                <a:t>X= 52</a:t>
              </a:r>
            </a:p>
          </p:txBody>
        </p:sp>
        <p:sp>
          <p:nvSpPr>
            <p:cNvPr id="15680" name="TextBox 15679">
              <a:extLst>
                <a:ext uri="{FF2B5EF4-FFF2-40B4-BE49-F238E27FC236}">
                  <a16:creationId xmlns:a16="http://schemas.microsoft.com/office/drawing/2014/main" id="{0FE2F447-254E-923E-162C-DC99AACAFC55}"/>
                </a:ext>
              </a:extLst>
            </p:cNvPr>
            <p:cNvSpPr txBox="1"/>
            <p:nvPr/>
          </p:nvSpPr>
          <p:spPr>
            <a:xfrm>
              <a:off x="31039479" y="10119821"/>
              <a:ext cx="1253639" cy="584775"/>
            </a:xfrm>
            <a:prstGeom prst="rect">
              <a:avLst/>
            </a:prstGeom>
            <a:noFill/>
          </p:spPr>
          <p:txBody>
            <a:bodyPr wrap="square">
              <a:spAutoFit/>
            </a:bodyPr>
            <a:lstStyle/>
            <a:p>
              <a:r>
                <a:rPr lang="en-US" sz="3200" b="1" dirty="0">
                  <a:latin typeface="Helvetica"/>
                  <a:ea typeface="MS PGothic"/>
                </a:rPr>
                <a:t>MFG</a:t>
              </a:r>
              <a:endParaRPr lang="en-US" sz="3200" b="1" dirty="0">
                <a:latin typeface="Helvetica"/>
              </a:endParaRPr>
            </a:p>
          </p:txBody>
        </p:sp>
      </p:grpSp>
      <p:sp>
        <p:nvSpPr>
          <p:cNvPr id="15707" name="TextBox 15706">
            <a:extLst>
              <a:ext uri="{FF2B5EF4-FFF2-40B4-BE49-F238E27FC236}">
                <a16:creationId xmlns:a16="http://schemas.microsoft.com/office/drawing/2014/main" id="{0830B512-1237-C170-3104-978D2CC18E8D}"/>
              </a:ext>
            </a:extLst>
          </p:cNvPr>
          <p:cNvSpPr txBox="1"/>
          <p:nvPr/>
        </p:nvSpPr>
        <p:spPr>
          <a:xfrm>
            <a:off x="30959587" y="5453496"/>
            <a:ext cx="9097362" cy="584775"/>
          </a:xfrm>
          <a:prstGeom prst="rect">
            <a:avLst/>
          </a:prstGeom>
          <a:noFill/>
        </p:spPr>
        <p:txBody>
          <a:bodyPr wrap="square" rtlCol="0">
            <a:spAutoFit/>
          </a:bodyPr>
          <a:lstStyle/>
          <a:p>
            <a:r>
              <a:rPr lang="en-US" sz="3200" b="0" i="0" dirty="0">
                <a:effectLst/>
                <a:latin typeface="Helvetica" pitchFamily="2" charset="0"/>
              </a:rPr>
              <a:t>Friend Defecting &gt;</a:t>
            </a:r>
            <a:r>
              <a:rPr lang="en-US" sz="3200" dirty="0">
                <a:latin typeface="Helvetica" pitchFamily="2" charset="0"/>
              </a:rPr>
              <a:t> Computer Defecting</a:t>
            </a:r>
            <a:endParaRPr lang="en-US" sz="3200" i="0" dirty="0">
              <a:effectLst/>
              <a:latin typeface="Helvetica" pitchFamily="2" charset="0"/>
            </a:endParaRPr>
          </a:p>
        </p:txBody>
      </p:sp>
      <p:sp>
        <p:nvSpPr>
          <p:cNvPr id="15709" name="TextBox 15708">
            <a:extLst>
              <a:ext uri="{FF2B5EF4-FFF2-40B4-BE49-F238E27FC236}">
                <a16:creationId xmlns:a16="http://schemas.microsoft.com/office/drawing/2014/main" id="{80412985-0DFC-4CC7-0908-955D07FD1104}"/>
              </a:ext>
            </a:extLst>
          </p:cNvPr>
          <p:cNvSpPr txBox="1"/>
          <p:nvPr/>
        </p:nvSpPr>
        <p:spPr>
          <a:xfrm>
            <a:off x="30990882" y="14863809"/>
            <a:ext cx="8850500" cy="584775"/>
          </a:xfrm>
          <a:prstGeom prst="rect">
            <a:avLst/>
          </a:prstGeom>
          <a:noFill/>
        </p:spPr>
        <p:txBody>
          <a:bodyPr wrap="none" rtlCol="0">
            <a:spAutoFit/>
          </a:bodyPr>
          <a:lstStyle/>
          <a:p>
            <a:r>
              <a:rPr lang="en-US" sz="3200" b="0" i="0" dirty="0">
                <a:effectLst/>
                <a:latin typeface="Helvetica" pitchFamily="2" charset="0"/>
              </a:rPr>
              <a:t>Friend Reciprocating &gt; Computer Reciprocating</a:t>
            </a:r>
            <a:endParaRPr lang="en-US" sz="3200" i="0" dirty="0">
              <a:effectLst/>
              <a:latin typeface="Helvetica" pitchFamily="2" charset="0"/>
            </a:endParaRPr>
          </a:p>
        </p:txBody>
      </p:sp>
      <p:sp>
        <p:nvSpPr>
          <p:cNvPr id="15729" name="TextBox 15728">
            <a:extLst>
              <a:ext uri="{FF2B5EF4-FFF2-40B4-BE49-F238E27FC236}">
                <a16:creationId xmlns:a16="http://schemas.microsoft.com/office/drawing/2014/main" id="{9C4B6981-AC7F-0DBE-5162-C0039C526C7C}"/>
              </a:ext>
            </a:extLst>
          </p:cNvPr>
          <p:cNvSpPr txBox="1"/>
          <p:nvPr/>
        </p:nvSpPr>
        <p:spPr>
          <a:xfrm>
            <a:off x="30959587" y="12699509"/>
            <a:ext cx="12062344" cy="1015663"/>
          </a:xfrm>
          <a:prstGeom prst="rect">
            <a:avLst/>
          </a:prstGeom>
          <a:noFill/>
        </p:spPr>
        <p:txBody>
          <a:bodyPr wrap="square" rtlCol="0">
            <a:spAutoFit/>
          </a:bodyPr>
          <a:lstStyle/>
          <a:p>
            <a:pPr algn="l"/>
            <a:r>
              <a:rPr lang="en-US" sz="3000" i="0" dirty="0">
                <a:effectLst/>
                <a:latin typeface="Helvetica" pitchFamily="2" charset="0"/>
              </a:rPr>
              <a:t>We found greater MFG activation in older adults than in younger adults when experiencing friend defecting.</a:t>
            </a:r>
          </a:p>
        </p:txBody>
      </p:sp>
      <p:grpSp>
        <p:nvGrpSpPr>
          <p:cNvPr id="15731" name="Group 15730">
            <a:extLst>
              <a:ext uri="{FF2B5EF4-FFF2-40B4-BE49-F238E27FC236}">
                <a16:creationId xmlns:a16="http://schemas.microsoft.com/office/drawing/2014/main" id="{06155C43-338B-1F84-917E-F663403BFB29}"/>
              </a:ext>
            </a:extLst>
          </p:cNvPr>
          <p:cNvGrpSpPr/>
          <p:nvPr/>
        </p:nvGrpSpPr>
        <p:grpSpPr>
          <a:xfrm>
            <a:off x="23053763" y="15328939"/>
            <a:ext cx="6729801" cy="7219447"/>
            <a:chOff x="23053763" y="15328939"/>
            <a:chExt cx="6729801" cy="7219447"/>
          </a:xfrm>
        </p:grpSpPr>
        <p:grpSp>
          <p:nvGrpSpPr>
            <p:cNvPr id="15637" name="Group 15636">
              <a:extLst>
                <a:ext uri="{FF2B5EF4-FFF2-40B4-BE49-F238E27FC236}">
                  <a16:creationId xmlns:a16="http://schemas.microsoft.com/office/drawing/2014/main" id="{3A2B419D-DEB8-5DE4-6994-E09E435EDE6A}"/>
                </a:ext>
              </a:extLst>
            </p:cNvPr>
            <p:cNvGrpSpPr/>
            <p:nvPr/>
          </p:nvGrpSpPr>
          <p:grpSpPr>
            <a:xfrm>
              <a:off x="23053763" y="15328939"/>
              <a:ext cx="6729801" cy="7219447"/>
              <a:chOff x="23611670" y="15386915"/>
              <a:chExt cx="5877242" cy="6288526"/>
            </a:xfrm>
          </p:grpSpPr>
          <p:grpSp>
            <p:nvGrpSpPr>
              <p:cNvPr id="15627" name="Group 15626">
                <a:extLst>
                  <a:ext uri="{FF2B5EF4-FFF2-40B4-BE49-F238E27FC236}">
                    <a16:creationId xmlns:a16="http://schemas.microsoft.com/office/drawing/2014/main" id="{06AA4FCA-34DA-E471-770A-8C935B50E788}"/>
                  </a:ext>
                </a:extLst>
              </p:cNvPr>
              <p:cNvGrpSpPr/>
              <p:nvPr/>
            </p:nvGrpSpPr>
            <p:grpSpPr>
              <a:xfrm>
                <a:off x="23684560" y="15386915"/>
                <a:ext cx="5804352" cy="6288526"/>
                <a:chOff x="23684560" y="15386915"/>
                <a:chExt cx="5804352" cy="6288526"/>
              </a:xfrm>
            </p:grpSpPr>
            <p:pic>
              <p:nvPicPr>
                <p:cNvPr id="15623" name="Graphic 15622">
                  <a:extLst>
                    <a:ext uri="{FF2B5EF4-FFF2-40B4-BE49-F238E27FC236}">
                      <a16:creationId xmlns:a16="http://schemas.microsoft.com/office/drawing/2014/main" id="{D58E3C64-D70B-D4DC-2B91-07C64E19369D}"/>
                    </a:ext>
                  </a:extLst>
                </p:cNvPr>
                <p:cNvPicPr>
                  <a:picLocks noChangeAspect="1"/>
                </p:cNvPicPr>
                <p:nvPr/>
              </p:nvPicPr>
              <p:blipFill rotWithShape="1">
                <a:blip r:embed="rId19">
                  <a:extLst>
                    <a:ext uri="{28A0092B-C50C-407E-A947-70E740481C1C}">
                      <a14:useLocalDpi xmlns:a14="http://schemas.microsoft.com/office/drawing/2010/main" val="0"/>
                    </a:ext>
                    <a:ext uri="{96DAC541-7B7A-43D3-8B79-37D633B846F1}">
                      <asvg:svgBlip xmlns:asvg="http://schemas.microsoft.com/office/drawing/2016/SVG/main" r:embed="rId20"/>
                    </a:ext>
                  </a:extLst>
                </a:blip>
                <a:srcRect l="10234" b="7938"/>
                <a:stretch/>
              </p:blipFill>
              <p:spPr>
                <a:xfrm>
                  <a:off x="24165170" y="15386915"/>
                  <a:ext cx="5323742" cy="5662134"/>
                </a:xfrm>
                <a:prstGeom prst="rect">
                  <a:avLst/>
                </a:prstGeom>
              </p:spPr>
            </p:pic>
            <p:sp>
              <p:nvSpPr>
                <p:cNvPr id="15625" name="TextBox 15624">
                  <a:extLst>
                    <a:ext uri="{FF2B5EF4-FFF2-40B4-BE49-F238E27FC236}">
                      <a16:creationId xmlns:a16="http://schemas.microsoft.com/office/drawing/2014/main" id="{7328C975-6B3E-4A8B-7D28-2CBF3C3AA243}"/>
                    </a:ext>
                  </a:extLst>
                </p:cNvPr>
                <p:cNvSpPr txBox="1"/>
                <p:nvPr/>
              </p:nvSpPr>
              <p:spPr>
                <a:xfrm>
                  <a:off x="25887039" y="21058834"/>
                  <a:ext cx="957831" cy="616607"/>
                </a:xfrm>
                <a:prstGeom prst="rect">
                  <a:avLst/>
                </a:prstGeom>
                <a:noFill/>
              </p:spPr>
              <p:txBody>
                <a:bodyPr wrap="none" rtlCol="0">
                  <a:spAutoFit/>
                </a:bodyPr>
                <a:lstStyle/>
                <a:p>
                  <a:r>
                    <a:rPr lang="en-US" sz="4000" dirty="0"/>
                    <a:t>Age</a:t>
                  </a:r>
                </a:p>
              </p:txBody>
            </p:sp>
            <p:sp>
              <p:nvSpPr>
                <p:cNvPr id="15626" name="TextBox 15625">
                  <a:extLst>
                    <a:ext uri="{FF2B5EF4-FFF2-40B4-BE49-F238E27FC236}">
                      <a16:creationId xmlns:a16="http://schemas.microsoft.com/office/drawing/2014/main" id="{0741CC01-E666-6FF6-4DCF-5C0AEA54A228}"/>
                    </a:ext>
                  </a:extLst>
                </p:cNvPr>
                <p:cNvSpPr txBox="1"/>
                <p:nvPr/>
              </p:nvSpPr>
              <p:spPr>
                <a:xfrm rot="16200000">
                  <a:off x="22278692" y="18345658"/>
                  <a:ext cx="3295551" cy="483815"/>
                </a:xfrm>
                <a:prstGeom prst="rect">
                  <a:avLst/>
                </a:prstGeom>
                <a:noFill/>
              </p:spPr>
              <p:txBody>
                <a:bodyPr wrap="none" rtlCol="0">
                  <a:spAutoFit/>
                </a:bodyPr>
                <a:lstStyle/>
                <a:p>
                  <a:r>
                    <a:rPr lang="en-US" sz="3000" dirty="0"/>
                    <a:t>Reciprocate &gt; Defect</a:t>
                  </a:r>
                </a:p>
              </p:txBody>
            </p:sp>
          </p:grpSp>
          <p:sp>
            <p:nvSpPr>
              <p:cNvPr id="15632" name="TextBox 15631">
                <a:extLst>
                  <a:ext uri="{FF2B5EF4-FFF2-40B4-BE49-F238E27FC236}">
                    <a16:creationId xmlns:a16="http://schemas.microsoft.com/office/drawing/2014/main" id="{DB5643A6-0963-1889-743A-BE329E7DFA26}"/>
                  </a:ext>
                </a:extLst>
              </p:cNvPr>
              <p:cNvSpPr txBox="1"/>
              <p:nvPr/>
            </p:nvSpPr>
            <p:spPr>
              <a:xfrm>
                <a:off x="23666606" y="16454726"/>
                <a:ext cx="569387" cy="369332"/>
              </a:xfrm>
              <a:prstGeom prst="rect">
                <a:avLst/>
              </a:prstGeom>
              <a:noFill/>
            </p:spPr>
            <p:txBody>
              <a:bodyPr wrap="none" rtlCol="0">
                <a:spAutoFit/>
              </a:bodyPr>
              <a:lstStyle/>
              <a:p>
                <a:r>
                  <a:rPr lang="en-US" dirty="0"/>
                  <a:t>400</a:t>
                </a:r>
              </a:p>
            </p:txBody>
          </p:sp>
          <p:sp>
            <p:nvSpPr>
              <p:cNvPr id="15633" name="TextBox 15632">
                <a:extLst>
                  <a:ext uri="{FF2B5EF4-FFF2-40B4-BE49-F238E27FC236}">
                    <a16:creationId xmlns:a16="http://schemas.microsoft.com/office/drawing/2014/main" id="{F005320C-94E9-2CF4-6842-98DA1FA46221}"/>
                  </a:ext>
                </a:extLst>
              </p:cNvPr>
              <p:cNvSpPr txBox="1"/>
              <p:nvPr/>
            </p:nvSpPr>
            <p:spPr>
              <a:xfrm>
                <a:off x="23611670" y="20489922"/>
                <a:ext cx="646331" cy="369332"/>
              </a:xfrm>
              <a:prstGeom prst="rect">
                <a:avLst/>
              </a:prstGeom>
              <a:noFill/>
            </p:spPr>
            <p:txBody>
              <a:bodyPr wrap="none" rtlCol="0">
                <a:spAutoFit/>
              </a:bodyPr>
              <a:lstStyle/>
              <a:p>
                <a:r>
                  <a:rPr lang="en-US" dirty="0"/>
                  <a:t>-200</a:t>
                </a:r>
              </a:p>
            </p:txBody>
          </p:sp>
          <p:sp>
            <p:nvSpPr>
              <p:cNvPr id="15634" name="TextBox 15633">
                <a:extLst>
                  <a:ext uri="{FF2B5EF4-FFF2-40B4-BE49-F238E27FC236}">
                    <a16:creationId xmlns:a16="http://schemas.microsoft.com/office/drawing/2014/main" id="{E721D839-B7EC-B05A-38DA-D9704D0EBA2E}"/>
                  </a:ext>
                </a:extLst>
              </p:cNvPr>
              <p:cNvSpPr txBox="1"/>
              <p:nvPr/>
            </p:nvSpPr>
            <p:spPr>
              <a:xfrm>
                <a:off x="24150950" y="21022056"/>
                <a:ext cx="441146" cy="369332"/>
              </a:xfrm>
              <a:prstGeom prst="rect">
                <a:avLst/>
              </a:prstGeom>
              <a:noFill/>
            </p:spPr>
            <p:txBody>
              <a:bodyPr wrap="none" rtlCol="0">
                <a:spAutoFit/>
              </a:bodyPr>
              <a:lstStyle/>
              <a:p>
                <a:r>
                  <a:rPr lang="en-US" dirty="0"/>
                  <a:t>20</a:t>
                </a:r>
              </a:p>
            </p:txBody>
          </p:sp>
          <p:sp>
            <p:nvSpPr>
              <p:cNvPr id="15635" name="TextBox 15634">
                <a:extLst>
                  <a:ext uri="{FF2B5EF4-FFF2-40B4-BE49-F238E27FC236}">
                    <a16:creationId xmlns:a16="http://schemas.microsoft.com/office/drawing/2014/main" id="{61C5ED5A-0A65-9C1A-0AC3-7712D59B3795}"/>
                  </a:ext>
                </a:extLst>
              </p:cNvPr>
              <p:cNvSpPr txBox="1"/>
              <p:nvPr/>
            </p:nvSpPr>
            <p:spPr>
              <a:xfrm>
                <a:off x="27777018" y="21022056"/>
                <a:ext cx="441146" cy="369332"/>
              </a:xfrm>
              <a:prstGeom prst="rect">
                <a:avLst/>
              </a:prstGeom>
              <a:noFill/>
            </p:spPr>
            <p:txBody>
              <a:bodyPr wrap="none" rtlCol="0">
                <a:spAutoFit/>
              </a:bodyPr>
              <a:lstStyle/>
              <a:p>
                <a:r>
                  <a:rPr lang="en-US" dirty="0"/>
                  <a:t>60</a:t>
                </a:r>
              </a:p>
            </p:txBody>
          </p:sp>
        </p:grpSp>
        <p:sp>
          <p:nvSpPr>
            <p:cNvPr id="15730" name="Rectangle 15729">
              <a:extLst>
                <a:ext uri="{FF2B5EF4-FFF2-40B4-BE49-F238E27FC236}">
                  <a16:creationId xmlns:a16="http://schemas.microsoft.com/office/drawing/2014/main" id="{FDF15931-1516-DE49-340B-5A133AA95A93}"/>
                </a:ext>
              </a:extLst>
            </p:cNvPr>
            <p:cNvSpPr/>
            <p:nvPr/>
          </p:nvSpPr>
          <p:spPr bwMode="auto">
            <a:xfrm>
              <a:off x="23923841" y="15957914"/>
              <a:ext cx="5627696" cy="5591284"/>
            </a:xfrm>
            <a:prstGeom prst="rect">
              <a:avLst/>
            </a:prstGeom>
            <a:noFill/>
            <a:ln w="381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charset="0"/>
                <a:cs typeface="Arial" charset="0"/>
              </a:endParaRPr>
            </a:p>
          </p:txBody>
        </p:sp>
      </p:grpSp>
      <p:grpSp>
        <p:nvGrpSpPr>
          <p:cNvPr id="15735" name="Group 15734">
            <a:extLst>
              <a:ext uri="{FF2B5EF4-FFF2-40B4-BE49-F238E27FC236}">
                <a16:creationId xmlns:a16="http://schemas.microsoft.com/office/drawing/2014/main" id="{26911986-CCEA-2FCE-3DA3-E5B9ED9DE211}"/>
              </a:ext>
            </a:extLst>
          </p:cNvPr>
          <p:cNvGrpSpPr/>
          <p:nvPr/>
        </p:nvGrpSpPr>
        <p:grpSpPr>
          <a:xfrm>
            <a:off x="23087465" y="23975816"/>
            <a:ext cx="6524991" cy="6955685"/>
            <a:chOff x="23087465" y="23975816"/>
            <a:chExt cx="6524991" cy="6955685"/>
          </a:xfrm>
        </p:grpSpPr>
        <p:grpSp>
          <p:nvGrpSpPr>
            <p:cNvPr id="15706" name="Group 15705">
              <a:extLst>
                <a:ext uri="{FF2B5EF4-FFF2-40B4-BE49-F238E27FC236}">
                  <a16:creationId xmlns:a16="http://schemas.microsoft.com/office/drawing/2014/main" id="{63D4B78D-7F21-5B28-EC21-6939303B0C92}"/>
                </a:ext>
              </a:extLst>
            </p:cNvPr>
            <p:cNvGrpSpPr/>
            <p:nvPr/>
          </p:nvGrpSpPr>
          <p:grpSpPr>
            <a:xfrm>
              <a:off x="23087465" y="23975816"/>
              <a:ext cx="6524991" cy="6955685"/>
              <a:chOff x="23087465" y="23975816"/>
              <a:chExt cx="6524991" cy="6955685"/>
            </a:xfrm>
          </p:grpSpPr>
          <p:grpSp>
            <p:nvGrpSpPr>
              <p:cNvPr id="15703" name="Group 15702">
                <a:extLst>
                  <a:ext uri="{FF2B5EF4-FFF2-40B4-BE49-F238E27FC236}">
                    <a16:creationId xmlns:a16="http://schemas.microsoft.com/office/drawing/2014/main" id="{2795A3AF-A7CF-294E-F9B5-08AB686B1E17}"/>
                  </a:ext>
                </a:extLst>
              </p:cNvPr>
              <p:cNvGrpSpPr/>
              <p:nvPr/>
            </p:nvGrpSpPr>
            <p:grpSpPr>
              <a:xfrm>
                <a:off x="23087465" y="23975816"/>
                <a:ext cx="6524991" cy="6955685"/>
                <a:chOff x="23087465" y="23975816"/>
                <a:chExt cx="6524991" cy="6955685"/>
              </a:xfrm>
            </p:grpSpPr>
            <p:pic>
              <p:nvPicPr>
                <p:cNvPr id="15642" name="Graphic 15641">
                  <a:extLst>
                    <a:ext uri="{FF2B5EF4-FFF2-40B4-BE49-F238E27FC236}">
                      <a16:creationId xmlns:a16="http://schemas.microsoft.com/office/drawing/2014/main" id="{38CF2D33-CDB3-BF29-CD2F-1AA0F4A194EC}"/>
                    </a:ext>
                  </a:extLst>
                </p:cNvPr>
                <p:cNvPicPr>
                  <a:picLocks noChangeAspect="1"/>
                </p:cNvPicPr>
                <p:nvPr/>
              </p:nvPicPr>
              <p:blipFill rotWithShape="1">
                <a:blip r:embed="rId21">
                  <a:extLst>
                    <a:ext uri="{28A0092B-C50C-407E-A947-70E740481C1C}">
                      <a14:useLocalDpi xmlns:a14="http://schemas.microsoft.com/office/drawing/2010/main" val="0"/>
                    </a:ext>
                    <a:ext uri="{96DAC541-7B7A-43D3-8B79-37D633B846F1}">
                      <asvg:svgBlip xmlns:asvg="http://schemas.microsoft.com/office/drawing/2016/SVG/main" r:embed="rId22"/>
                    </a:ext>
                  </a:extLst>
                </a:blip>
                <a:srcRect l="10991" t="5046" r="3126" b="7756"/>
                <a:stretch/>
              </p:blipFill>
              <p:spPr>
                <a:xfrm>
                  <a:off x="23723984" y="23975816"/>
                  <a:ext cx="5888472" cy="6200049"/>
                </a:xfrm>
                <a:prstGeom prst="rect">
                  <a:avLst/>
                </a:prstGeom>
              </p:spPr>
            </p:pic>
            <p:sp>
              <p:nvSpPr>
                <p:cNvPr id="15697" name="TextBox 15696">
                  <a:extLst>
                    <a:ext uri="{FF2B5EF4-FFF2-40B4-BE49-F238E27FC236}">
                      <a16:creationId xmlns:a16="http://schemas.microsoft.com/office/drawing/2014/main" id="{7E37C853-4C65-27FE-3737-304A023FEAD6}"/>
                    </a:ext>
                  </a:extLst>
                </p:cNvPr>
                <p:cNvSpPr txBox="1"/>
                <p:nvPr/>
              </p:nvSpPr>
              <p:spPr>
                <a:xfrm>
                  <a:off x="25810594" y="30223615"/>
                  <a:ext cx="1096775" cy="707886"/>
                </a:xfrm>
                <a:prstGeom prst="rect">
                  <a:avLst/>
                </a:prstGeom>
                <a:noFill/>
              </p:spPr>
              <p:txBody>
                <a:bodyPr wrap="square" rtlCol="0">
                  <a:spAutoFit/>
                </a:bodyPr>
                <a:lstStyle/>
                <a:p>
                  <a:r>
                    <a:rPr lang="en-US" sz="4000" dirty="0"/>
                    <a:t>Age</a:t>
                  </a:r>
                </a:p>
              </p:txBody>
            </p:sp>
            <p:sp>
              <p:nvSpPr>
                <p:cNvPr id="15699" name="TextBox 15698">
                  <a:extLst>
                    <a:ext uri="{FF2B5EF4-FFF2-40B4-BE49-F238E27FC236}">
                      <a16:creationId xmlns:a16="http://schemas.microsoft.com/office/drawing/2014/main" id="{CFC48A4A-F5C7-919B-B216-050A47D2A73D}"/>
                    </a:ext>
                  </a:extLst>
                </p:cNvPr>
                <p:cNvSpPr txBox="1"/>
                <p:nvPr/>
              </p:nvSpPr>
              <p:spPr>
                <a:xfrm>
                  <a:off x="23166754" y="24615337"/>
                  <a:ext cx="651983" cy="369332"/>
                </a:xfrm>
                <a:prstGeom prst="rect">
                  <a:avLst/>
                </a:prstGeom>
                <a:noFill/>
              </p:spPr>
              <p:txBody>
                <a:bodyPr wrap="square" rtlCol="0">
                  <a:spAutoFit/>
                </a:bodyPr>
                <a:lstStyle/>
                <a:p>
                  <a:r>
                    <a:rPr lang="en-US" dirty="0"/>
                    <a:t>400</a:t>
                  </a:r>
                </a:p>
              </p:txBody>
            </p:sp>
            <p:sp>
              <p:nvSpPr>
                <p:cNvPr id="15700" name="TextBox 15699">
                  <a:extLst>
                    <a:ext uri="{FF2B5EF4-FFF2-40B4-BE49-F238E27FC236}">
                      <a16:creationId xmlns:a16="http://schemas.microsoft.com/office/drawing/2014/main" id="{0479233A-F219-C4C1-0FAE-4E64BDC40251}"/>
                    </a:ext>
                  </a:extLst>
                </p:cNvPr>
                <p:cNvSpPr txBox="1"/>
                <p:nvPr/>
              </p:nvSpPr>
              <p:spPr>
                <a:xfrm>
                  <a:off x="23087465" y="28711327"/>
                  <a:ext cx="740088" cy="369332"/>
                </a:xfrm>
                <a:prstGeom prst="rect">
                  <a:avLst/>
                </a:prstGeom>
                <a:noFill/>
              </p:spPr>
              <p:txBody>
                <a:bodyPr wrap="square" rtlCol="0">
                  <a:spAutoFit/>
                </a:bodyPr>
                <a:lstStyle/>
                <a:p>
                  <a:r>
                    <a:rPr lang="en-US" dirty="0"/>
                    <a:t>-200</a:t>
                  </a:r>
                </a:p>
              </p:txBody>
            </p:sp>
            <p:sp>
              <p:nvSpPr>
                <p:cNvPr id="15701" name="TextBox 15700">
                  <a:extLst>
                    <a:ext uri="{FF2B5EF4-FFF2-40B4-BE49-F238E27FC236}">
                      <a16:creationId xmlns:a16="http://schemas.microsoft.com/office/drawing/2014/main" id="{0037EC62-7BBF-974B-42EC-5B85E16EF20D}"/>
                    </a:ext>
                  </a:extLst>
                </p:cNvPr>
                <p:cNvSpPr txBox="1"/>
                <p:nvPr/>
              </p:nvSpPr>
              <p:spPr>
                <a:xfrm>
                  <a:off x="23822666" y="30181392"/>
                  <a:ext cx="505139" cy="369332"/>
                </a:xfrm>
                <a:prstGeom prst="rect">
                  <a:avLst/>
                </a:prstGeom>
                <a:noFill/>
              </p:spPr>
              <p:txBody>
                <a:bodyPr wrap="square" rtlCol="0">
                  <a:spAutoFit/>
                </a:bodyPr>
                <a:lstStyle/>
                <a:p>
                  <a:r>
                    <a:rPr lang="en-US" dirty="0"/>
                    <a:t>20</a:t>
                  </a:r>
                </a:p>
              </p:txBody>
            </p:sp>
            <p:sp>
              <p:nvSpPr>
                <p:cNvPr id="15702" name="TextBox 15701">
                  <a:extLst>
                    <a:ext uri="{FF2B5EF4-FFF2-40B4-BE49-F238E27FC236}">
                      <a16:creationId xmlns:a16="http://schemas.microsoft.com/office/drawing/2014/main" id="{E539492E-CCBD-AEE5-A537-2A1EEB1A9F5C}"/>
                    </a:ext>
                  </a:extLst>
                </p:cNvPr>
                <p:cNvSpPr txBox="1"/>
                <p:nvPr/>
              </p:nvSpPr>
              <p:spPr>
                <a:xfrm>
                  <a:off x="27974735" y="30181392"/>
                  <a:ext cx="505139" cy="369332"/>
                </a:xfrm>
                <a:prstGeom prst="rect">
                  <a:avLst/>
                </a:prstGeom>
                <a:noFill/>
              </p:spPr>
              <p:txBody>
                <a:bodyPr wrap="square" rtlCol="0">
                  <a:spAutoFit/>
                </a:bodyPr>
                <a:lstStyle/>
                <a:p>
                  <a:r>
                    <a:rPr lang="en-US" dirty="0"/>
                    <a:t>60</a:t>
                  </a:r>
                </a:p>
              </p:txBody>
            </p:sp>
          </p:grpSp>
          <p:sp>
            <p:nvSpPr>
              <p:cNvPr id="15705" name="TextBox 15704">
                <a:extLst>
                  <a:ext uri="{FF2B5EF4-FFF2-40B4-BE49-F238E27FC236}">
                    <a16:creationId xmlns:a16="http://schemas.microsoft.com/office/drawing/2014/main" id="{6960A0F0-CDFF-ED60-A579-49BA29A21318}"/>
                  </a:ext>
                </a:extLst>
              </p:cNvPr>
              <p:cNvSpPr txBox="1"/>
              <p:nvPr/>
            </p:nvSpPr>
            <p:spPr>
              <a:xfrm rot="16200000">
                <a:off x="21699109" y="26614219"/>
                <a:ext cx="3420629" cy="553998"/>
              </a:xfrm>
              <a:prstGeom prst="rect">
                <a:avLst/>
              </a:prstGeom>
              <a:noFill/>
            </p:spPr>
            <p:txBody>
              <a:bodyPr wrap="square" rtlCol="0">
                <a:spAutoFit/>
              </a:bodyPr>
              <a:lstStyle/>
              <a:p>
                <a:pPr algn="ctr"/>
                <a:r>
                  <a:rPr lang="en-US" sz="1500" dirty="0"/>
                  <a:t>Friend (Reciprocate &gt; Defect) &gt; Computer (Reciprocate &gt; Defect)</a:t>
                </a:r>
              </a:p>
            </p:txBody>
          </p:sp>
        </p:grpSp>
        <p:sp>
          <p:nvSpPr>
            <p:cNvPr id="15732" name="Rectangle 15731">
              <a:extLst>
                <a:ext uri="{FF2B5EF4-FFF2-40B4-BE49-F238E27FC236}">
                  <a16:creationId xmlns:a16="http://schemas.microsoft.com/office/drawing/2014/main" id="{DB9E91CB-EB75-75BF-4CD0-32893875A887}"/>
                </a:ext>
              </a:extLst>
            </p:cNvPr>
            <p:cNvSpPr/>
            <p:nvPr/>
          </p:nvSpPr>
          <p:spPr bwMode="auto">
            <a:xfrm>
              <a:off x="23891921" y="24154307"/>
              <a:ext cx="5627696" cy="5921353"/>
            </a:xfrm>
            <a:prstGeom prst="rect">
              <a:avLst/>
            </a:prstGeom>
            <a:noFill/>
            <a:ln w="381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charset="0"/>
                <a:cs typeface="Arial" charset="0"/>
              </a:endParaRPr>
            </a:p>
          </p:txBody>
        </p:sp>
      </p:grpSp>
      <p:grpSp>
        <p:nvGrpSpPr>
          <p:cNvPr id="15734" name="Group 15733">
            <a:extLst>
              <a:ext uri="{FF2B5EF4-FFF2-40B4-BE49-F238E27FC236}">
                <a16:creationId xmlns:a16="http://schemas.microsoft.com/office/drawing/2014/main" id="{D6329C71-02EA-73D7-8FA5-5799213EF5F4}"/>
              </a:ext>
            </a:extLst>
          </p:cNvPr>
          <p:cNvGrpSpPr/>
          <p:nvPr/>
        </p:nvGrpSpPr>
        <p:grpSpPr>
          <a:xfrm>
            <a:off x="16026704" y="24108846"/>
            <a:ext cx="6532972" cy="6817128"/>
            <a:chOff x="16026704" y="24108846"/>
            <a:chExt cx="6532972" cy="6817128"/>
          </a:xfrm>
        </p:grpSpPr>
        <p:grpSp>
          <p:nvGrpSpPr>
            <p:cNvPr id="15704" name="Group 15703">
              <a:extLst>
                <a:ext uri="{FF2B5EF4-FFF2-40B4-BE49-F238E27FC236}">
                  <a16:creationId xmlns:a16="http://schemas.microsoft.com/office/drawing/2014/main" id="{FCD1B93E-6226-3998-93E5-870A1491CB64}"/>
                </a:ext>
              </a:extLst>
            </p:cNvPr>
            <p:cNvGrpSpPr/>
            <p:nvPr/>
          </p:nvGrpSpPr>
          <p:grpSpPr>
            <a:xfrm>
              <a:off x="16026704" y="24108846"/>
              <a:ext cx="6532972" cy="6817128"/>
              <a:chOff x="16026704" y="24108846"/>
              <a:chExt cx="6532972" cy="6817128"/>
            </a:xfrm>
          </p:grpSpPr>
          <p:pic>
            <p:nvPicPr>
              <p:cNvPr id="15639" name="Graphic 15638">
                <a:extLst>
                  <a:ext uri="{FF2B5EF4-FFF2-40B4-BE49-F238E27FC236}">
                    <a16:creationId xmlns:a16="http://schemas.microsoft.com/office/drawing/2014/main" id="{D9CF084F-C433-567D-8719-A7C5D7D79D7D}"/>
                  </a:ext>
                </a:extLst>
              </p:cNvPr>
              <p:cNvPicPr>
                <a:picLocks noChangeAspect="1"/>
              </p:cNvPicPr>
              <p:nvPr/>
            </p:nvPicPr>
            <p:blipFill rotWithShape="1">
              <a:blip r:embed="rId23">
                <a:extLst>
                  <a:ext uri="{28A0092B-C50C-407E-A947-70E740481C1C}">
                    <a14:useLocalDpi xmlns:a14="http://schemas.microsoft.com/office/drawing/2010/main" val="0"/>
                  </a:ext>
                  <a:ext uri="{96DAC541-7B7A-43D3-8B79-37D633B846F1}">
                    <asvg:svgBlip xmlns:asvg="http://schemas.microsoft.com/office/drawing/2016/SVG/main" r:embed="rId24"/>
                  </a:ext>
                </a:extLst>
              </a:blip>
              <a:srcRect l="10756" t="6660" r="2865" b="7584"/>
              <a:stretch/>
            </p:blipFill>
            <p:spPr>
              <a:xfrm>
                <a:off x="16651056" y="24108846"/>
                <a:ext cx="5908620" cy="6083352"/>
              </a:xfrm>
              <a:prstGeom prst="rect">
                <a:avLst/>
              </a:prstGeom>
            </p:spPr>
          </p:pic>
          <p:sp>
            <p:nvSpPr>
              <p:cNvPr id="15687" name="TextBox 15686">
                <a:extLst>
                  <a:ext uri="{FF2B5EF4-FFF2-40B4-BE49-F238E27FC236}">
                    <a16:creationId xmlns:a16="http://schemas.microsoft.com/office/drawing/2014/main" id="{F662A648-B469-A9E0-776B-0B74000CC056}"/>
                  </a:ext>
                </a:extLst>
              </p:cNvPr>
              <p:cNvSpPr txBox="1"/>
              <p:nvPr/>
            </p:nvSpPr>
            <p:spPr>
              <a:xfrm>
                <a:off x="18654011" y="30218088"/>
                <a:ext cx="1096775" cy="707886"/>
              </a:xfrm>
              <a:prstGeom prst="rect">
                <a:avLst/>
              </a:prstGeom>
              <a:noFill/>
            </p:spPr>
            <p:txBody>
              <a:bodyPr wrap="none" rtlCol="0">
                <a:spAutoFit/>
              </a:bodyPr>
              <a:lstStyle/>
              <a:p>
                <a:r>
                  <a:rPr lang="en-US" sz="4000" dirty="0"/>
                  <a:t>Age</a:t>
                </a:r>
              </a:p>
            </p:txBody>
          </p:sp>
          <p:sp>
            <p:nvSpPr>
              <p:cNvPr id="15688" name="TextBox 15687">
                <a:extLst>
                  <a:ext uri="{FF2B5EF4-FFF2-40B4-BE49-F238E27FC236}">
                    <a16:creationId xmlns:a16="http://schemas.microsoft.com/office/drawing/2014/main" id="{17B4D306-3BDE-F46A-B882-1F7E819C5A36}"/>
                  </a:ext>
                </a:extLst>
              </p:cNvPr>
              <p:cNvSpPr txBox="1"/>
              <p:nvPr/>
            </p:nvSpPr>
            <p:spPr>
              <a:xfrm rot="16200000">
                <a:off x="14608848" y="26568394"/>
                <a:ext cx="3420629" cy="553998"/>
              </a:xfrm>
              <a:prstGeom prst="rect">
                <a:avLst/>
              </a:prstGeom>
              <a:noFill/>
            </p:spPr>
            <p:txBody>
              <a:bodyPr wrap="square" rtlCol="0">
                <a:spAutoFit/>
              </a:bodyPr>
              <a:lstStyle/>
              <a:p>
                <a:pPr algn="ctr"/>
                <a:r>
                  <a:rPr lang="en-US" sz="1500" dirty="0"/>
                  <a:t>Friend (Reciprocate &gt; Defect) &gt; Stranger (Reciprocate &gt; Defect)</a:t>
                </a:r>
              </a:p>
            </p:txBody>
          </p:sp>
          <p:sp>
            <p:nvSpPr>
              <p:cNvPr id="15689" name="TextBox 15688">
                <a:extLst>
                  <a:ext uri="{FF2B5EF4-FFF2-40B4-BE49-F238E27FC236}">
                    <a16:creationId xmlns:a16="http://schemas.microsoft.com/office/drawing/2014/main" id="{39181606-99D7-432F-DC98-862BFA6B35E8}"/>
                  </a:ext>
                </a:extLst>
              </p:cNvPr>
              <p:cNvSpPr txBox="1"/>
              <p:nvPr/>
            </p:nvSpPr>
            <p:spPr>
              <a:xfrm>
                <a:off x="16115961" y="24411311"/>
                <a:ext cx="651983" cy="424006"/>
              </a:xfrm>
              <a:prstGeom prst="rect">
                <a:avLst/>
              </a:prstGeom>
              <a:noFill/>
            </p:spPr>
            <p:txBody>
              <a:bodyPr wrap="none" rtlCol="0">
                <a:spAutoFit/>
              </a:bodyPr>
              <a:lstStyle/>
              <a:p>
                <a:r>
                  <a:rPr lang="en-US" dirty="0"/>
                  <a:t>400</a:t>
                </a:r>
              </a:p>
            </p:txBody>
          </p:sp>
          <p:sp>
            <p:nvSpPr>
              <p:cNvPr id="15690" name="TextBox 15689">
                <a:extLst>
                  <a:ext uri="{FF2B5EF4-FFF2-40B4-BE49-F238E27FC236}">
                    <a16:creationId xmlns:a16="http://schemas.microsoft.com/office/drawing/2014/main" id="{BA9BD2BF-7849-7A5A-CF46-E64AAA2C3D8A}"/>
                  </a:ext>
                </a:extLst>
              </p:cNvPr>
              <p:cNvSpPr txBox="1"/>
              <p:nvPr/>
            </p:nvSpPr>
            <p:spPr>
              <a:xfrm>
                <a:off x="16026704" y="28875791"/>
                <a:ext cx="740088" cy="424006"/>
              </a:xfrm>
              <a:prstGeom prst="rect">
                <a:avLst/>
              </a:prstGeom>
              <a:noFill/>
            </p:spPr>
            <p:txBody>
              <a:bodyPr wrap="none" rtlCol="0">
                <a:spAutoFit/>
              </a:bodyPr>
              <a:lstStyle/>
              <a:p>
                <a:r>
                  <a:rPr lang="en-US" dirty="0"/>
                  <a:t>-200</a:t>
                </a:r>
              </a:p>
            </p:txBody>
          </p:sp>
          <p:sp>
            <p:nvSpPr>
              <p:cNvPr id="15691" name="TextBox 15690">
                <a:extLst>
                  <a:ext uri="{FF2B5EF4-FFF2-40B4-BE49-F238E27FC236}">
                    <a16:creationId xmlns:a16="http://schemas.microsoft.com/office/drawing/2014/main" id="{1BD0A2A2-41F8-B866-7A17-811920106FC6}"/>
                  </a:ext>
                </a:extLst>
              </p:cNvPr>
              <p:cNvSpPr txBox="1"/>
              <p:nvPr/>
            </p:nvSpPr>
            <p:spPr>
              <a:xfrm>
                <a:off x="16666083" y="30175865"/>
                <a:ext cx="505139" cy="424006"/>
              </a:xfrm>
              <a:prstGeom prst="rect">
                <a:avLst/>
              </a:prstGeom>
              <a:noFill/>
            </p:spPr>
            <p:txBody>
              <a:bodyPr wrap="none" rtlCol="0">
                <a:spAutoFit/>
              </a:bodyPr>
              <a:lstStyle/>
              <a:p>
                <a:r>
                  <a:rPr lang="en-US" dirty="0"/>
                  <a:t>20</a:t>
                </a:r>
              </a:p>
            </p:txBody>
          </p:sp>
          <p:sp>
            <p:nvSpPr>
              <p:cNvPr id="15692" name="TextBox 15691">
                <a:extLst>
                  <a:ext uri="{FF2B5EF4-FFF2-40B4-BE49-F238E27FC236}">
                    <a16:creationId xmlns:a16="http://schemas.microsoft.com/office/drawing/2014/main" id="{8B1D7E5E-F4B9-60AA-0137-EE2E8ABD15F8}"/>
                  </a:ext>
                </a:extLst>
              </p:cNvPr>
              <p:cNvSpPr txBox="1"/>
              <p:nvPr/>
            </p:nvSpPr>
            <p:spPr>
              <a:xfrm>
                <a:off x="20818152" y="30175865"/>
                <a:ext cx="505139" cy="424006"/>
              </a:xfrm>
              <a:prstGeom prst="rect">
                <a:avLst/>
              </a:prstGeom>
              <a:noFill/>
            </p:spPr>
            <p:txBody>
              <a:bodyPr wrap="none" rtlCol="0">
                <a:spAutoFit/>
              </a:bodyPr>
              <a:lstStyle/>
              <a:p>
                <a:r>
                  <a:rPr lang="en-US" dirty="0"/>
                  <a:t>60</a:t>
                </a:r>
              </a:p>
            </p:txBody>
          </p:sp>
        </p:grpSp>
        <p:sp>
          <p:nvSpPr>
            <p:cNvPr id="15733" name="Rectangle 15732">
              <a:extLst>
                <a:ext uri="{FF2B5EF4-FFF2-40B4-BE49-F238E27FC236}">
                  <a16:creationId xmlns:a16="http://schemas.microsoft.com/office/drawing/2014/main" id="{16C66349-C6D5-5B03-6B55-2EB7D1D282E3}"/>
                </a:ext>
              </a:extLst>
            </p:cNvPr>
            <p:cNvSpPr/>
            <p:nvPr/>
          </p:nvSpPr>
          <p:spPr bwMode="auto">
            <a:xfrm>
              <a:off x="16871673" y="24149410"/>
              <a:ext cx="5627696" cy="5921353"/>
            </a:xfrm>
            <a:prstGeom prst="rect">
              <a:avLst/>
            </a:prstGeom>
            <a:noFill/>
            <a:ln w="381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charset="0"/>
                <a:cs typeface="Arial" charset="0"/>
              </a:endParaRPr>
            </a:p>
          </p:txBody>
        </p:sp>
      </p:grpSp>
      <p:grpSp>
        <p:nvGrpSpPr>
          <p:cNvPr id="2" name="Group 1">
            <a:extLst>
              <a:ext uri="{FF2B5EF4-FFF2-40B4-BE49-F238E27FC236}">
                <a16:creationId xmlns:a16="http://schemas.microsoft.com/office/drawing/2014/main" id="{A94EC582-60D1-2B41-B3B4-7BDF0B9C3848}"/>
              </a:ext>
            </a:extLst>
          </p:cNvPr>
          <p:cNvGrpSpPr/>
          <p:nvPr/>
        </p:nvGrpSpPr>
        <p:grpSpPr>
          <a:xfrm>
            <a:off x="37053827" y="15189671"/>
            <a:ext cx="6030525" cy="6738219"/>
            <a:chOff x="37324753" y="15097157"/>
            <a:chExt cx="6030525" cy="6738219"/>
          </a:xfrm>
        </p:grpSpPr>
        <p:grpSp>
          <p:nvGrpSpPr>
            <p:cNvPr id="15726" name="Group 15725">
              <a:extLst>
                <a:ext uri="{FF2B5EF4-FFF2-40B4-BE49-F238E27FC236}">
                  <a16:creationId xmlns:a16="http://schemas.microsoft.com/office/drawing/2014/main" id="{B3430D81-BB79-4C3F-9F94-3445BBB422F8}"/>
                </a:ext>
              </a:extLst>
            </p:cNvPr>
            <p:cNvGrpSpPr/>
            <p:nvPr/>
          </p:nvGrpSpPr>
          <p:grpSpPr>
            <a:xfrm>
              <a:off x="37324753" y="15097157"/>
              <a:ext cx="5956404" cy="6738219"/>
              <a:chOff x="37462544" y="15444990"/>
              <a:chExt cx="5956404" cy="6738219"/>
            </a:xfrm>
          </p:grpSpPr>
          <p:pic>
            <p:nvPicPr>
              <p:cNvPr id="15654" name="Graphic 15653">
                <a:extLst>
                  <a:ext uri="{FF2B5EF4-FFF2-40B4-BE49-F238E27FC236}">
                    <a16:creationId xmlns:a16="http://schemas.microsoft.com/office/drawing/2014/main" id="{10803621-C472-7ABD-EBF3-5EE9AE8C4D09}"/>
                  </a:ext>
                </a:extLst>
              </p:cNvPr>
              <p:cNvPicPr>
                <a:picLocks noChangeAspect="1"/>
              </p:cNvPicPr>
              <p:nvPr/>
            </p:nvPicPr>
            <p:blipFill rotWithShape="1">
              <a:blip r:embed="rId25">
                <a:extLst>
                  <a:ext uri="{28A0092B-C50C-407E-A947-70E740481C1C}">
                    <a14:useLocalDpi xmlns:a14="http://schemas.microsoft.com/office/drawing/2010/main" val="0"/>
                  </a:ext>
                  <a:ext uri="{96DAC541-7B7A-43D3-8B79-37D633B846F1}">
                    <asvg:svgBlip xmlns:asvg="http://schemas.microsoft.com/office/drawing/2016/SVG/main" r:embed="rId26"/>
                  </a:ext>
                </a:extLst>
              </a:blip>
              <a:srcRect l="12332" r="4359" b="8540"/>
              <a:stretch/>
            </p:blipFill>
            <p:spPr>
              <a:xfrm>
                <a:off x="38085758" y="15444990"/>
                <a:ext cx="5333190" cy="6071802"/>
              </a:xfrm>
              <a:prstGeom prst="rect">
                <a:avLst/>
              </a:prstGeom>
            </p:spPr>
          </p:pic>
          <p:sp>
            <p:nvSpPr>
              <p:cNvPr id="15719" name="TextBox 15718">
                <a:extLst>
                  <a:ext uri="{FF2B5EF4-FFF2-40B4-BE49-F238E27FC236}">
                    <a16:creationId xmlns:a16="http://schemas.microsoft.com/office/drawing/2014/main" id="{F04F4CFA-B833-1DD9-86EC-A956DC37137A}"/>
                  </a:ext>
                </a:extLst>
              </p:cNvPr>
              <p:cNvSpPr txBox="1"/>
              <p:nvPr/>
            </p:nvSpPr>
            <p:spPr>
              <a:xfrm>
                <a:off x="37516370" y="16909110"/>
                <a:ext cx="569387" cy="369332"/>
              </a:xfrm>
              <a:prstGeom prst="rect">
                <a:avLst/>
              </a:prstGeom>
              <a:noFill/>
            </p:spPr>
            <p:txBody>
              <a:bodyPr wrap="none" rtlCol="0">
                <a:spAutoFit/>
              </a:bodyPr>
              <a:lstStyle/>
              <a:p>
                <a:r>
                  <a:rPr lang="en-US" dirty="0"/>
                  <a:t>400</a:t>
                </a:r>
              </a:p>
            </p:txBody>
          </p:sp>
          <p:sp>
            <p:nvSpPr>
              <p:cNvPr id="15720" name="TextBox 15719">
                <a:extLst>
                  <a:ext uri="{FF2B5EF4-FFF2-40B4-BE49-F238E27FC236}">
                    <a16:creationId xmlns:a16="http://schemas.microsoft.com/office/drawing/2014/main" id="{0D17E5B2-CB95-D5BD-E169-9C1854A0AD37}"/>
                  </a:ext>
                </a:extLst>
              </p:cNvPr>
              <p:cNvSpPr txBox="1"/>
              <p:nvPr/>
            </p:nvSpPr>
            <p:spPr>
              <a:xfrm>
                <a:off x="37462544" y="20542022"/>
                <a:ext cx="646331" cy="369332"/>
              </a:xfrm>
              <a:prstGeom prst="rect">
                <a:avLst/>
              </a:prstGeom>
              <a:noFill/>
            </p:spPr>
            <p:txBody>
              <a:bodyPr wrap="none" rtlCol="0">
                <a:spAutoFit/>
              </a:bodyPr>
              <a:lstStyle/>
              <a:p>
                <a:r>
                  <a:rPr lang="en-US" dirty="0"/>
                  <a:t>-200</a:t>
                </a:r>
              </a:p>
            </p:txBody>
          </p:sp>
          <p:sp>
            <p:nvSpPr>
              <p:cNvPr id="15721" name="TextBox 15720">
                <a:extLst>
                  <a:ext uri="{FF2B5EF4-FFF2-40B4-BE49-F238E27FC236}">
                    <a16:creationId xmlns:a16="http://schemas.microsoft.com/office/drawing/2014/main" id="{81E64089-644A-E436-A434-45AF685F62E1}"/>
                  </a:ext>
                </a:extLst>
              </p:cNvPr>
              <p:cNvSpPr txBox="1"/>
              <p:nvPr/>
            </p:nvSpPr>
            <p:spPr>
              <a:xfrm rot="16200000">
                <a:off x="36381836" y="18642457"/>
                <a:ext cx="2770310" cy="553998"/>
              </a:xfrm>
              <a:prstGeom prst="rect">
                <a:avLst/>
              </a:prstGeom>
              <a:noFill/>
            </p:spPr>
            <p:txBody>
              <a:bodyPr wrap="none" rtlCol="0">
                <a:spAutoFit/>
              </a:bodyPr>
              <a:lstStyle/>
              <a:p>
                <a:r>
                  <a:rPr lang="en-US" sz="3000" dirty="0"/>
                  <a:t>MFG activation</a:t>
                </a:r>
              </a:p>
            </p:txBody>
          </p:sp>
          <p:sp>
            <p:nvSpPr>
              <p:cNvPr id="15722" name="TextBox 15721">
                <a:extLst>
                  <a:ext uri="{FF2B5EF4-FFF2-40B4-BE49-F238E27FC236}">
                    <a16:creationId xmlns:a16="http://schemas.microsoft.com/office/drawing/2014/main" id="{D6E3B518-3825-F962-6455-6381AEA6B615}"/>
                  </a:ext>
                </a:extLst>
              </p:cNvPr>
              <p:cNvSpPr txBox="1"/>
              <p:nvPr/>
            </p:nvSpPr>
            <p:spPr>
              <a:xfrm>
                <a:off x="38109468" y="21552103"/>
                <a:ext cx="441146" cy="369332"/>
              </a:xfrm>
              <a:prstGeom prst="rect">
                <a:avLst/>
              </a:prstGeom>
              <a:noFill/>
            </p:spPr>
            <p:txBody>
              <a:bodyPr wrap="none" rtlCol="0">
                <a:spAutoFit/>
              </a:bodyPr>
              <a:lstStyle/>
              <a:p>
                <a:r>
                  <a:rPr lang="en-US" dirty="0"/>
                  <a:t>20</a:t>
                </a:r>
              </a:p>
            </p:txBody>
          </p:sp>
          <p:sp>
            <p:nvSpPr>
              <p:cNvPr id="15723" name="TextBox 15722">
                <a:extLst>
                  <a:ext uri="{FF2B5EF4-FFF2-40B4-BE49-F238E27FC236}">
                    <a16:creationId xmlns:a16="http://schemas.microsoft.com/office/drawing/2014/main" id="{8B001207-DE47-3A09-905A-EBCA2F9F5C56}"/>
                  </a:ext>
                </a:extLst>
              </p:cNvPr>
              <p:cNvSpPr txBox="1"/>
              <p:nvPr/>
            </p:nvSpPr>
            <p:spPr>
              <a:xfrm>
                <a:off x="41781537" y="21614547"/>
                <a:ext cx="441146" cy="369332"/>
              </a:xfrm>
              <a:prstGeom prst="rect">
                <a:avLst/>
              </a:prstGeom>
              <a:noFill/>
            </p:spPr>
            <p:txBody>
              <a:bodyPr wrap="none" rtlCol="0">
                <a:spAutoFit/>
              </a:bodyPr>
              <a:lstStyle/>
              <a:p>
                <a:r>
                  <a:rPr lang="en-US" dirty="0"/>
                  <a:t>60</a:t>
                </a:r>
              </a:p>
            </p:txBody>
          </p:sp>
          <p:sp>
            <p:nvSpPr>
              <p:cNvPr id="15724" name="TextBox 15723">
                <a:extLst>
                  <a:ext uri="{FF2B5EF4-FFF2-40B4-BE49-F238E27FC236}">
                    <a16:creationId xmlns:a16="http://schemas.microsoft.com/office/drawing/2014/main" id="{A7A779AE-265E-DD6C-9D50-6736DE453C86}"/>
                  </a:ext>
                </a:extLst>
              </p:cNvPr>
              <p:cNvSpPr txBox="1"/>
              <p:nvPr/>
            </p:nvSpPr>
            <p:spPr>
              <a:xfrm>
                <a:off x="39784621" y="21475323"/>
                <a:ext cx="1096775" cy="707886"/>
              </a:xfrm>
              <a:prstGeom prst="rect">
                <a:avLst/>
              </a:prstGeom>
              <a:noFill/>
            </p:spPr>
            <p:txBody>
              <a:bodyPr wrap="none" rtlCol="0">
                <a:spAutoFit/>
              </a:bodyPr>
              <a:lstStyle/>
              <a:p>
                <a:r>
                  <a:rPr lang="en-US" sz="4000" dirty="0"/>
                  <a:t>Age</a:t>
                </a:r>
              </a:p>
            </p:txBody>
          </p:sp>
        </p:grpSp>
        <p:sp>
          <p:nvSpPr>
            <p:cNvPr id="15736" name="Rectangle 15735">
              <a:extLst>
                <a:ext uri="{FF2B5EF4-FFF2-40B4-BE49-F238E27FC236}">
                  <a16:creationId xmlns:a16="http://schemas.microsoft.com/office/drawing/2014/main" id="{885157CA-2A93-73F2-A17C-8ACD95507E22}"/>
                </a:ext>
              </a:extLst>
            </p:cNvPr>
            <p:cNvSpPr/>
            <p:nvPr/>
          </p:nvSpPr>
          <p:spPr bwMode="auto">
            <a:xfrm>
              <a:off x="38024698" y="15618426"/>
              <a:ext cx="5330580" cy="5411310"/>
            </a:xfrm>
            <a:prstGeom prst="rect">
              <a:avLst/>
            </a:prstGeom>
            <a:noFill/>
            <a:ln w="381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charset="0"/>
                <a:cs typeface="Arial" charset="0"/>
              </a:endParaRPr>
            </a:p>
          </p:txBody>
        </p:sp>
      </p:grpSp>
      <p:grpSp>
        <p:nvGrpSpPr>
          <p:cNvPr id="4" name="Group 3">
            <a:extLst>
              <a:ext uri="{FF2B5EF4-FFF2-40B4-BE49-F238E27FC236}">
                <a16:creationId xmlns:a16="http://schemas.microsoft.com/office/drawing/2014/main" id="{1655AFED-3947-A740-B235-4AE33711962C}"/>
              </a:ext>
            </a:extLst>
          </p:cNvPr>
          <p:cNvGrpSpPr/>
          <p:nvPr/>
        </p:nvGrpSpPr>
        <p:grpSpPr>
          <a:xfrm>
            <a:off x="37189097" y="5921245"/>
            <a:ext cx="6139033" cy="6439521"/>
            <a:chOff x="37564868" y="5920531"/>
            <a:chExt cx="6139033" cy="6439521"/>
          </a:xfrm>
        </p:grpSpPr>
        <p:sp>
          <p:nvSpPr>
            <p:cNvPr id="15711" name="TextBox 15710">
              <a:extLst>
                <a:ext uri="{FF2B5EF4-FFF2-40B4-BE49-F238E27FC236}">
                  <a16:creationId xmlns:a16="http://schemas.microsoft.com/office/drawing/2014/main" id="{3F0968C1-C452-1885-6B38-F154CD473A3F}"/>
                </a:ext>
              </a:extLst>
            </p:cNvPr>
            <p:cNvSpPr txBox="1"/>
            <p:nvPr/>
          </p:nvSpPr>
          <p:spPr>
            <a:xfrm>
              <a:off x="37616989" y="6979043"/>
              <a:ext cx="569387" cy="369332"/>
            </a:xfrm>
            <a:prstGeom prst="rect">
              <a:avLst/>
            </a:prstGeom>
            <a:noFill/>
          </p:spPr>
          <p:txBody>
            <a:bodyPr wrap="none" rtlCol="0">
              <a:spAutoFit/>
            </a:bodyPr>
            <a:lstStyle/>
            <a:p>
              <a:r>
                <a:rPr lang="en-US" dirty="0"/>
                <a:t>200</a:t>
              </a:r>
            </a:p>
          </p:txBody>
        </p:sp>
        <p:sp>
          <p:nvSpPr>
            <p:cNvPr id="15713" name="TextBox 15712">
              <a:extLst>
                <a:ext uri="{FF2B5EF4-FFF2-40B4-BE49-F238E27FC236}">
                  <a16:creationId xmlns:a16="http://schemas.microsoft.com/office/drawing/2014/main" id="{0538FBF6-7909-445F-ACD2-9599FE92C967}"/>
                </a:ext>
              </a:extLst>
            </p:cNvPr>
            <p:cNvSpPr txBox="1"/>
            <p:nvPr/>
          </p:nvSpPr>
          <p:spPr>
            <a:xfrm>
              <a:off x="37564868" y="11337187"/>
              <a:ext cx="646331" cy="369332"/>
            </a:xfrm>
            <a:prstGeom prst="rect">
              <a:avLst/>
            </a:prstGeom>
            <a:noFill/>
          </p:spPr>
          <p:txBody>
            <a:bodyPr wrap="none" rtlCol="0">
              <a:spAutoFit/>
            </a:bodyPr>
            <a:lstStyle/>
            <a:p>
              <a:r>
                <a:rPr lang="en-US" dirty="0"/>
                <a:t>-300</a:t>
              </a:r>
            </a:p>
          </p:txBody>
        </p:sp>
        <p:sp>
          <p:nvSpPr>
            <p:cNvPr id="15716" name="TextBox 15715">
              <a:extLst>
                <a:ext uri="{FF2B5EF4-FFF2-40B4-BE49-F238E27FC236}">
                  <a16:creationId xmlns:a16="http://schemas.microsoft.com/office/drawing/2014/main" id="{A7B791E9-2592-EA60-AB27-F2DBE3421768}"/>
                </a:ext>
              </a:extLst>
            </p:cNvPr>
            <p:cNvSpPr txBox="1"/>
            <p:nvPr/>
          </p:nvSpPr>
          <p:spPr>
            <a:xfrm>
              <a:off x="38211199" y="11728946"/>
              <a:ext cx="441146" cy="369332"/>
            </a:xfrm>
            <a:prstGeom prst="rect">
              <a:avLst/>
            </a:prstGeom>
            <a:noFill/>
          </p:spPr>
          <p:txBody>
            <a:bodyPr wrap="none" rtlCol="0">
              <a:spAutoFit/>
            </a:bodyPr>
            <a:lstStyle/>
            <a:p>
              <a:r>
                <a:rPr lang="en-US" dirty="0"/>
                <a:t>20</a:t>
              </a:r>
            </a:p>
          </p:txBody>
        </p:sp>
        <p:sp>
          <p:nvSpPr>
            <p:cNvPr id="15717" name="TextBox 15716">
              <a:extLst>
                <a:ext uri="{FF2B5EF4-FFF2-40B4-BE49-F238E27FC236}">
                  <a16:creationId xmlns:a16="http://schemas.microsoft.com/office/drawing/2014/main" id="{4288430D-B235-E5D2-0E3C-C928486D0544}"/>
                </a:ext>
              </a:extLst>
            </p:cNvPr>
            <p:cNvSpPr txBox="1"/>
            <p:nvPr/>
          </p:nvSpPr>
          <p:spPr>
            <a:xfrm>
              <a:off x="41883268" y="11791390"/>
              <a:ext cx="441146" cy="369332"/>
            </a:xfrm>
            <a:prstGeom prst="rect">
              <a:avLst/>
            </a:prstGeom>
            <a:noFill/>
          </p:spPr>
          <p:txBody>
            <a:bodyPr wrap="none" rtlCol="0">
              <a:spAutoFit/>
            </a:bodyPr>
            <a:lstStyle/>
            <a:p>
              <a:r>
                <a:rPr lang="en-US" dirty="0"/>
                <a:t>60</a:t>
              </a:r>
            </a:p>
          </p:txBody>
        </p:sp>
        <p:sp>
          <p:nvSpPr>
            <p:cNvPr id="15718" name="TextBox 15717">
              <a:extLst>
                <a:ext uri="{FF2B5EF4-FFF2-40B4-BE49-F238E27FC236}">
                  <a16:creationId xmlns:a16="http://schemas.microsoft.com/office/drawing/2014/main" id="{C5EDCAEC-F972-A2CD-DE27-9E216B9AC130}"/>
                </a:ext>
              </a:extLst>
            </p:cNvPr>
            <p:cNvSpPr txBox="1"/>
            <p:nvPr/>
          </p:nvSpPr>
          <p:spPr>
            <a:xfrm>
              <a:off x="39886352" y="11652166"/>
              <a:ext cx="1096775" cy="707886"/>
            </a:xfrm>
            <a:prstGeom prst="rect">
              <a:avLst/>
            </a:prstGeom>
            <a:noFill/>
          </p:spPr>
          <p:txBody>
            <a:bodyPr wrap="none" rtlCol="0">
              <a:spAutoFit/>
            </a:bodyPr>
            <a:lstStyle/>
            <a:p>
              <a:r>
                <a:rPr lang="en-US" sz="4000" dirty="0"/>
                <a:t>Age</a:t>
              </a:r>
            </a:p>
          </p:txBody>
        </p:sp>
        <p:pic>
          <p:nvPicPr>
            <p:cNvPr id="15650" name="Graphic 15649">
              <a:extLst>
                <a:ext uri="{FF2B5EF4-FFF2-40B4-BE49-F238E27FC236}">
                  <a16:creationId xmlns:a16="http://schemas.microsoft.com/office/drawing/2014/main" id="{A066B4DE-396E-E58D-5D45-BFC7D72F81D7}"/>
                </a:ext>
              </a:extLst>
            </p:cNvPr>
            <p:cNvPicPr>
              <a:picLocks noChangeAspect="1"/>
            </p:cNvPicPr>
            <p:nvPr/>
          </p:nvPicPr>
          <p:blipFill rotWithShape="1">
            <a:blip r:embed="rId27">
              <a:extLst>
                <a:ext uri="{28A0092B-C50C-407E-A947-70E740481C1C}">
                  <a14:useLocalDpi xmlns:a14="http://schemas.microsoft.com/office/drawing/2010/main" val="0"/>
                </a:ext>
                <a:ext uri="{96DAC541-7B7A-43D3-8B79-37D633B846F1}">
                  <asvg:svgBlip xmlns:asvg="http://schemas.microsoft.com/office/drawing/2016/SVG/main" r:embed="rId28"/>
                </a:ext>
              </a:extLst>
            </a:blip>
            <a:srcRect l="10653" b="8997"/>
            <a:stretch/>
          </p:blipFill>
          <p:spPr>
            <a:xfrm>
              <a:off x="38145721" y="5920531"/>
              <a:ext cx="5558180" cy="5870860"/>
            </a:xfrm>
            <a:prstGeom prst="rect">
              <a:avLst/>
            </a:prstGeom>
          </p:spPr>
        </p:pic>
        <p:sp>
          <p:nvSpPr>
            <p:cNvPr id="15715" name="TextBox 15714">
              <a:extLst>
                <a:ext uri="{FF2B5EF4-FFF2-40B4-BE49-F238E27FC236}">
                  <a16:creationId xmlns:a16="http://schemas.microsoft.com/office/drawing/2014/main" id="{6A186BD7-7E16-8AE4-2E56-FAD05BEC16F6}"/>
                </a:ext>
              </a:extLst>
            </p:cNvPr>
            <p:cNvSpPr txBox="1"/>
            <p:nvPr/>
          </p:nvSpPr>
          <p:spPr>
            <a:xfrm rot="16200000">
              <a:off x="36483567" y="8819300"/>
              <a:ext cx="2770310" cy="553998"/>
            </a:xfrm>
            <a:prstGeom prst="rect">
              <a:avLst/>
            </a:prstGeom>
            <a:noFill/>
          </p:spPr>
          <p:txBody>
            <a:bodyPr wrap="none" rtlCol="0">
              <a:spAutoFit/>
            </a:bodyPr>
            <a:lstStyle/>
            <a:p>
              <a:r>
                <a:rPr lang="en-US" sz="3000" dirty="0"/>
                <a:t>MFG activation</a:t>
              </a:r>
            </a:p>
          </p:txBody>
        </p:sp>
        <p:sp>
          <p:nvSpPr>
            <p:cNvPr id="15737" name="Rectangle 15736">
              <a:extLst>
                <a:ext uri="{FF2B5EF4-FFF2-40B4-BE49-F238E27FC236}">
                  <a16:creationId xmlns:a16="http://schemas.microsoft.com/office/drawing/2014/main" id="{EEA0696C-64C6-F5A4-E63B-F257E6A68B97}"/>
                </a:ext>
              </a:extLst>
            </p:cNvPr>
            <p:cNvSpPr/>
            <p:nvPr/>
          </p:nvSpPr>
          <p:spPr bwMode="auto">
            <a:xfrm>
              <a:off x="38192920" y="6275932"/>
              <a:ext cx="5330580" cy="5411310"/>
            </a:xfrm>
            <a:prstGeom prst="rect">
              <a:avLst/>
            </a:prstGeom>
            <a:noFill/>
            <a:ln w="381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charset="0"/>
                <a:cs typeface="Arial" charset="0"/>
              </a:endParaRPr>
            </a:p>
          </p:txBody>
        </p:sp>
      </p:grpSp>
      <p:pic>
        <p:nvPicPr>
          <p:cNvPr id="1025" name="Picture 1" descr="page1image36299968">
            <a:extLst>
              <a:ext uri="{FF2B5EF4-FFF2-40B4-BE49-F238E27FC236}">
                <a16:creationId xmlns:a16="http://schemas.microsoft.com/office/drawing/2014/main" id="{60035D50-8936-684B-B250-A56C0072CD1D}"/>
              </a:ext>
            </a:extLst>
          </p:cNvPr>
          <p:cNvPicPr>
            <a:picLocks noChangeAspect="1" noChangeArrowheads="1"/>
          </p:cNvPicPr>
          <p:nvPr/>
        </p:nvPicPr>
        <p:blipFill>
          <a:blip r:embed="rId29">
            <a:extLst>
              <a:ext uri="{28A0092B-C50C-407E-A947-70E740481C1C}">
                <a14:useLocalDpi xmlns:a14="http://schemas.microsoft.com/office/drawing/2010/main" val="0"/>
              </a:ext>
            </a:extLst>
          </a:blip>
          <a:srcRect/>
          <a:stretch>
            <a:fillRect/>
          </a:stretch>
        </p:blipFill>
        <p:spPr bwMode="auto">
          <a:xfrm>
            <a:off x="275214" y="487329"/>
            <a:ext cx="3390900" cy="3390900"/>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page1image36299968">
            <a:extLst>
              <a:ext uri="{FF2B5EF4-FFF2-40B4-BE49-F238E27FC236}">
                <a16:creationId xmlns:a16="http://schemas.microsoft.com/office/drawing/2014/main" id="{EA3B4680-C131-E644-9965-35912127BB0E}"/>
              </a:ext>
            </a:extLst>
          </p:cNvPr>
          <p:cNvPicPr>
            <a:picLocks noChangeAspect="1" noChangeArrowheads="1"/>
          </p:cNvPicPr>
          <p:nvPr/>
        </p:nvPicPr>
        <p:blipFill>
          <a:blip r:embed="rId29">
            <a:extLst>
              <a:ext uri="{28A0092B-C50C-407E-A947-70E740481C1C}">
                <a14:useLocalDpi xmlns:a14="http://schemas.microsoft.com/office/drawing/2010/main" val="0"/>
              </a:ext>
            </a:extLst>
          </a:blip>
          <a:srcRect/>
          <a:stretch>
            <a:fillRect/>
          </a:stretch>
        </p:blipFill>
        <p:spPr bwMode="auto">
          <a:xfrm>
            <a:off x="40116778" y="592888"/>
            <a:ext cx="3390900" cy="3390900"/>
          </a:xfrm>
          <a:prstGeom prst="rect">
            <a:avLst/>
          </a:prstGeom>
          <a:noFill/>
          <a:extLst>
            <a:ext uri="{909E8E84-426E-40DD-AFC4-6F175D3DCCD1}">
              <a14:hiddenFill xmlns:a14="http://schemas.microsoft.com/office/drawing/2010/main">
                <a:solidFill>
                  <a:srgbClr val="FFFFFF"/>
                </a:solidFill>
              </a14:hiddenFill>
            </a:ext>
          </a:extLst>
        </p:spPr>
      </p:pic>
      <p:pic>
        <p:nvPicPr>
          <p:cNvPr id="1027" name="Picture 3" descr="page1image36299744">
            <a:extLst>
              <a:ext uri="{FF2B5EF4-FFF2-40B4-BE49-F238E27FC236}">
                <a16:creationId xmlns:a16="http://schemas.microsoft.com/office/drawing/2014/main" id="{C5462043-3FBA-174F-8046-F6A09633CF1A}"/>
              </a:ext>
            </a:extLst>
          </p:cNvPr>
          <p:cNvPicPr>
            <a:picLocks noChangeAspect="1" noChangeArrowheads="1"/>
          </p:cNvPicPr>
          <p:nvPr/>
        </p:nvPicPr>
        <p:blipFill>
          <a:blip r:embed="rId30">
            <a:extLst>
              <a:ext uri="{28A0092B-C50C-407E-A947-70E740481C1C}">
                <a14:useLocalDpi xmlns:a14="http://schemas.microsoft.com/office/drawing/2010/main" val="0"/>
              </a:ext>
            </a:extLst>
          </a:blip>
          <a:srcRect/>
          <a:stretch>
            <a:fillRect/>
          </a:stretch>
        </p:blipFill>
        <p:spPr bwMode="auto">
          <a:xfrm>
            <a:off x="40225086" y="643380"/>
            <a:ext cx="3238500" cy="323850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page1image52530848">
            <a:extLst>
              <a:ext uri="{FF2B5EF4-FFF2-40B4-BE49-F238E27FC236}">
                <a16:creationId xmlns:a16="http://schemas.microsoft.com/office/drawing/2014/main" id="{B03A8A5E-93A8-8D4C-8490-C8A39AE1B28B}"/>
              </a:ext>
            </a:extLst>
          </p:cNvPr>
          <p:cNvPicPr>
            <a:picLocks noChangeAspect="1" noChangeArrowheads="1"/>
          </p:cNvPicPr>
          <p:nvPr/>
        </p:nvPicPr>
        <p:blipFill>
          <a:blip r:embed="rId31">
            <a:extLst>
              <a:ext uri="{28A0092B-C50C-407E-A947-70E740481C1C}">
                <a14:useLocalDpi xmlns:a14="http://schemas.microsoft.com/office/drawing/2010/main" val="0"/>
              </a:ext>
            </a:extLst>
          </a:blip>
          <a:srcRect/>
          <a:stretch>
            <a:fillRect/>
          </a:stretch>
        </p:blipFill>
        <p:spPr bwMode="auto">
          <a:xfrm>
            <a:off x="40116778" y="592888"/>
            <a:ext cx="30238700" cy="1016000"/>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extLst>
    <p:ext uri="{6950BFC3-D8DA-4A85-94F7-54DA5524770B}">
      <p188:commentRel xmlns:p188="http://schemas.microsoft.com/office/powerpoint/2018/8/main" r:id="rId3"/>
    </p:ext>
  </p:extLs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2" name="Group 31">
            <a:extLst>
              <a:ext uri="{FF2B5EF4-FFF2-40B4-BE49-F238E27FC236}">
                <a16:creationId xmlns:a16="http://schemas.microsoft.com/office/drawing/2014/main" id="{0EBE959C-E76F-26F5-3977-7B65ACC54BDB}"/>
              </a:ext>
            </a:extLst>
          </p:cNvPr>
          <p:cNvGrpSpPr/>
          <p:nvPr/>
        </p:nvGrpSpPr>
        <p:grpSpPr>
          <a:xfrm>
            <a:off x="14047943" y="1512177"/>
            <a:ext cx="7364964" cy="7636639"/>
            <a:chOff x="17267302" y="5300010"/>
            <a:chExt cx="15233772" cy="14187253"/>
          </a:xfrm>
        </p:grpSpPr>
        <p:grpSp>
          <p:nvGrpSpPr>
            <p:cNvPr id="28" name="Group 27">
              <a:extLst>
                <a:ext uri="{FF2B5EF4-FFF2-40B4-BE49-F238E27FC236}">
                  <a16:creationId xmlns:a16="http://schemas.microsoft.com/office/drawing/2014/main" id="{ACEBC02A-D17E-C673-FF14-B2A7299CD29C}"/>
                </a:ext>
              </a:extLst>
            </p:cNvPr>
            <p:cNvGrpSpPr/>
            <p:nvPr/>
          </p:nvGrpSpPr>
          <p:grpSpPr>
            <a:xfrm>
              <a:off x="17267302" y="5300010"/>
              <a:ext cx="15233772" cy="14187253"/>
              <a:chOff x="17267302" y="5300010"/>
              <a:chExt cx="15233772" cy="14187253"/>
            </a:xfrm>
          </p:grpSpPr>
          <p:grpSp>
            <p:nvGrpSpPr>
              <p:cNvPr id="24" name="Group 23">
                <a:extLst>
                  <a:ext uri="{FF2B5EF4-FFF2-40B4-BE49-F238E27FC236}">
                    <a16:creationId xmlns:a16="http://schemas.microsoft.com/office/drawing/2014/main" id="{E7764D22-FEE2-29D5-77DA-B49907121EA6}"/>
                  </a:ext>
                </a:extLst>
              </p:cNvPr>
              <p:cNvGrpSpPr/>
              <p:nvPr/>
            </p:nvGrpSpPr>
            <p:grpSpPr>
              <a:xfrm>
                <a:off x="17267302" y="5300010"/>
                <a:ext cx="15233772" cy="12987990"/>
                <a:chOff x="17267302" y="5300010"/>
                <a:chExt cx="15233772" cy="12987990"/>
              </a:xfrm>
            </p:grpSpPr>
            <p:sp>
              <p:nvSpPr>
                <p:cNvPr id="3" name="Rectangle 2">
                  <a:extLst>
                    <a:ext uri="{FF2B5EF4-FFF2-40B4-BE49-F238E27FC236}">
                      <a16:creationId xmlns:a16="http://schemas.microsoft.com/office/drawing/2014/main" id="{34AFE783-B325-8261-217E-BB4718A01EFE}"/>
                    </a:ext>
                  </a:extLst>
                </p:cNvPr>
                <p:cNvSpPr/>
                <p:nvPr/>
              </p:nvSpPr>
              <p:spPr bwMode="auto">
                <a:xfrm>
                  <a:off x="17267302" y="5300010"/>
                  <a:ext cx="2814638" cy="6500813"/>
                </a:xfrm>
                <a:prstGeom prst="rect">
                  <a:avLst/>
                </a:prstGeom>
                <a:solidFill>
                  <a:schemeClr val="accent1">
                    <a:lumMod val="50000"/>
                  </a:schemeClr>
                </a:solidFill>
                <a:ln w="508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cs typeface="Arial" charset="0"/>
                  </a:endParaRPr>
                </a:p>
              </p:txBody>
            </p:sp>
            <p:sp>
              <p:nvSpPr>
                <p:cNvPr id="4" name="Rectangle 3">
                  <a:extLst>
                    <a:ext uri="{FF2B5EF4-FFF2-40B4-BE49-F238E27FC236}">
                      <a16:creationId xmlns:a16="http://schemas.microsoft.com/office/drawing/2014/main" id="{D50A6255-10BD-F4E5-2627-B4138E01A997}"/>
                    </a:ext>
                  </a:extLst>
                </p:cNvPr>
                <p:cNvSpPr/>
                <p:nvPr/>
              </p:nvSpPr>
              <p:spPr bwMode="auto">
                <a:xfrm>
                  <a:off x="23482859" y="16121903"/>
                  <a:ext cx="2814638" cy="2166097"/>
                </a:xfrm>
                <a:prstGeom prst="rect">
                  <a:avLst/>
                </a:prstGeom>
                <a:solidFill>
                  <a:schemeClr val="accent1">
                    <a:lumMod val="25000"/>
                  </a:schemeClr>
                </a:solidFill>
                <a:ln w="508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cs typeface="Arial" charset="0"/>
                  </a:endParaRPr>
                </a:p>
              </p:txBody>
            </p:sp>
            <p:sp>
              <p:nvSpPr>
                <p:cNvPr id="5" name="Rectangle 4">
                  <a:extLst>
                    <a:ext uri="{FF2B5EF4-FFF2-40B4-BE49-F238E27FC236}">
                      <a16:creationId xmlns:a16="http://schemas.microsoft.com/office/drawing/2014/main" id="{D5E1BAF2-0B1B-D6EB-D2FA-146E5C5CA6F3}"/>
                    </a:ext>
                  </a:extLst>
                </p:cNvPr>
                <p:cNvSpPr/>
                <p:nvPr/>
              </p:nvSpPr>
              <p:spPr bwMode="auto">
                <a:xfrm>
                  <a:off x="29686436" y="16121903"/>
                  <a:ext cx="2814638" cy="2166097"/>
                </a:xfrm>
                <a:prstGeom prst="rect">
                  <a:avLst/>
                </a:prstGeom>
                <a:solidFill>
                  <a:schemeClr val="accent1">
                    <a:lumMod val="75000"/>
                  </a:schemeClr>
                </a:solidFill>
                <a:ln w="508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cs typeface="Arial" charset="0"/>
                  </a:endParaRPr>
                </a:p>
              </p:txBody>
            </p:sp>
            <p:cxnSp>
              <p:nvCxnSpPr>
                <p:cNvPr id="7" name="Straight Connector 6">
                  <a:extLst>
                    <a:ext uri="{FF2B5EF4-FFF2-40B4-BE49-F238E27FC236}">
                      <a16:creationId xmlns:a16="http://schemas.microsoft.com/office/drawing/2014/main" id="{BC5D78FB-3804-D93A-C859-BB3859DEF4C8}"/>
                    </a:ext>
                  </a:extLst>
                </p:cNvPr>
                <p:cNvCxnSpPr>
                  <a:cxnSpLocks/>
                  <a:stCxn id="3" idx="2"/>
                </p:cNvCxnSpPr>
                <p:nvPr/>
              </p:nvCxnSpPr>
              <p:spPr bwMode="auto">
                <a:xfrm>
                  <a:off x="18674621" y="11800823"/>
                  <a:ext cx="0" cy="4306140"/>
                </a:xfrm>
                <a:prstGeom prst="line">
                  <a:avLst/>
                </a:prstGeom>
                <a:solidFill>
                  <a:schemeClr val="accent1"/>
                </a:solidFill>
                <a:ln w="50800" cap="flat" cmpd="sng" algn="ctr">
                  <a:solidFill>
                    <a:schemeClr val="tx1"/>
                  </a:solidFill>
                  <a:prstDash val="dash"/>
                  <a:round/>
                  <a:headEnd type="none" w="med" len="med"/>
                  <a:tailEnd type="none" w="med" len="med"/>
                </a:ln>
                <a:effectLst/>
              </p:spPr>
            </p:cxnSp>
            <p:cxnSp>
              <p:nvCxnSpPr>
                <p:cNvPr id="9" name="Straight Connector 8">
                  <a:extLst>
                    <a:ext uri="{FF2B5EF4-FFF2-40B4-BE49-F238E27FC236}">
                      <a16:creationId xmlns:a16="http://schemas.microsoft.com/office/drawing/2014/main" id="{3323A30F-EB0B-0BC4-120E-17A180965A1E}"/>
                    </a:ext>
                  </a:extLst>
                </p:cNvPr>
                <p:cNvCxnSpPr>
                  <a:cxnSpLocks/>
                </p:cNvCxnSpPr>
                <p:nvPr/>
              </p:nvCxnSpPr>
              <p:spPr bwMode="auto">
                <a:xfrm>
                  <a:off x="24890178" y="13968833"/>
                  <a:ext cx="0" cy="2153070"/>
                </a:xfrm>
                <a:prstGeom prst="line">
                  <a:avLst/>
                </a:prstGeom>
                <a:solidFill>
                  <a:schemeClr val="accent1"/>
                </a:solidFill>
                <a:ln w="50800" cap="flat" cmpd="sng" algn="ctr">
                  <a:solidFill>
                    <a:schemeClr val="tx1"/>
                  </a:solidFill>
                  <a:prstDash val="dash"/>
                  <a:round/>
                  <a:headEnd type="none" w="med" len="med"/>
                  <a:tailEnd type="none" w="med" len="med"/>
                </a:ln>
                <a:effectLst/>
              </p:spPr>
            </p:cxnSp>
            <p:cxnSp>
              <p:nvCxnSpPr>
                <p:cNvPr id="11" name="Straight Connector 10">
                  <a:extLst>
                    <a:ext uri="{FF2B5EF4-FFF2-40B4-BE49-F238E27FC236}">
                      <a16:creationId xmlns:a16="http://schemas.microsoft.com/office/drawing/2014/main" id="{094A9A13-7EB7-FB0C-327F-5A30EB7CA157}"/>
                    </a:ext>
                  </a:extLst>
                </p:cNvPr>
                <p:cNvCxnSpPr>
                  <a:cxnSpLocks/>
                </p:cNvCxnSpPr>
                <p:nvPr/>
              </p:nvCxnSpPr>
              <p:spPr bwMode="auto">
                <a:xfrm>
                  <a:off x="31104633" y="13968833"/>
                  <a:ext cx="0" cy="2153070"/>
                </a:xfrm>
                <a:prstGeom prst="line">
                  <a:avLst/>
                </a:prstGeom>
                <a:solidFill>
                  <a:schemeClr val="accent1"/>
                </a:solidFill>
                <a:ln w="50800" cap="flat" cmpd="sng" algn="ctr">
                  <a:solidFill>
                    <a:schemeClr val="tx1"/>
                  </a:solidFill>
                  <a:prstDash val="dash"/>
                  <a:round/>
                  <a:headEnd type="none" w="med" len="med"/>
                  <a:tailEnd type="none" w="med" len="med"/>
                </a:ln>
                <a:effectLst/>
              </p:spPr>
            </p:cxnSp>
            <p:cxnSp>
              <p:nvCxnSpPr>
                <p:cNvPr id="13" name="Straight Connector 12">
                  <a:extLst>
                    <a:ext uri="{FF2B5EF4-FFF2-40B4-BE49-F238E27FC236}">
                      <a16:creationId xmlns:a16="http://schemas.microsoft.com/office/drawing/2014/main" id="{E6E28200-C2D5-D487-234B-026AA92A5BE8}"/>
                    </a:ext>
                  </a:extLst>
                </p:cNvPr>
                <p:cNvCxnSpPr/>
                <p:nvPr/>
              </p:nvCxnSpPr>
              <p:spPr bwMode="auto">
                <a:xfrm>
                  <a:off x="18010414" y="16121903"/>
                  <a:ext cx="1306286" cy="0"/>
                </a:xfrm>
                <a:prstGeom prst="line">
                  <a:avLst/>
                </a:prstGeom>
                <a:solidFill>
                  <a:schemeClr val="accent1"/>
                </a:solidFill>
                <a:ln w="50800" cap="flat" cmpd="sng" algn="ctr">
                  <a:solidFill>
                    <a:schemeClr val="tx1"/>
                  </a:solidFill>
                  <a:prstDash val="solid"/>
                  <a:round/>
                  <a:headEnd type="none" w="med" len="med"/>
                  <a:tailEnd type="none" w="med" len="med"/>
                </a:ln>
                <a:effectLst/>
              </p:spPr>
            </p:cxnSp>
            <p:cxnSp>
              <p:nvCxnSpPr>
                <p:cNvPr id="14" name="Straight Connector 13">
                  <a:extLst>
                    <a:ext uri="{FF2B5EF4-FFF2-40B4-BE49-F238E27FC236}">
                      <a16:creationId xmlns:a16="http://schemas.microsoft.com/office/drawing/2014/main" id="{F1CF9C76-ADBF-601C-5AB7-771E0AFB6314}"/>
                    </a:ext>
                  </a:extLst>
                </p:cNvPr>
                <p:cNvCxnSpPr/>
                <p:nvPr/>
              </p:nvCxnSpPr>
              <p:spPr bwMode="auto">
                <a:xfrm>
                  <a:off x="24237035" y="13968833"/>
                  <a:ext cx="1306286" cy="0"/>
                </a:xfrm>
                <a:prstGeom prst="line">
                  <a:avLst/>
                </a:prstGeom>
                <a:solidFill>
                  <a:schemeClr val="accent1"/>
                </a:solidFill>
                <a:ln w="50800" cap="flat" cmpd="sng" algn="ctr">
                  <a:solidFill>
                    <a:schemeClr val="tx1"/>
                  </a:solidFill>
                  <a:prstDash val="solid"/>
                  <a:round/>
                  <a:headEnd type="none" w="med" len="med"/>
                  <a:tailEnd type="none" w="med" len="med"/>
                </a:ln>
                <a:effectLst/>
              </p:spPr>
            </p:cxnSp>
            <p:cxnSp>
              <p:nvCxnSpPr>
                <p:cNvPr id="15" name="Straight Connector 14">
                  <a:extLst>
                    <a:ext uri="{FF2B5EF4-FFF2-40B4-BE49-F238E27FC236}">
                      <a16:creationId xmlns:a16="http://schemas.microsoft.com/office/drawing/2014/main" id="{00D94689-F8BC-3D65-2CD3-9F5CE68EF435}"/>
                    </a:ext>
                  </a:extLst>
                </p:cNvPr>
                <p:cNvCxnSpPr/>
                <p:nvPr/>
              </p:nvCxnSpPr>
              <p:spPr bwMode="auto">
                <a:xfrm>
                  <a:off x="30451490" y="13968833"/>
                  <a:ext cx="1306286" cy="0"/>
                </a:xfrm>
                <a:prstGeom prst="line">
                  <a:avLst/>
                </a:prstGeom>
                <a:solidFill>
                  <a:schemeClr val="accent1"/>
                </a:solidFill>
                <a:ln w="50800" cap="flat" cmpd="sng" algn="ctr">
                  <a:solidFill>
                    <a:schemeClr val="tx1"/>
                  </a:solidFill>
                  <a:prstDash val="solid"/>
                  <a:round/>
                  <a:headEnd type="none" w="med" len="med"/>
                  <a:tailEnd type="none" w="med" len="med"/>
                </a:ln>
                <a:effectLst/>
              </p:spPr>
            </p:cxnSp>
            <p:sp>
              <p:nvSpPr>
                <p:cNvPr id="18" name="Multiply 17">
                  <a:extLst>
                    <a:ext uri="{FF2B5EF4-FFF2-40B4-BE49-F238E27FC236}">
                      <a16:creationId xmlns:a16="http://schemas.microsoft.com/office/drawing/2014/main" id="{B86E0230-0B5B-2336-900D-8F8ED1CB2692}"/>
                    </a:ext>
                  </a:extLst>
                </p:cNvPr>
                <p:cNvSpPr/>
                <p:nvPr/>
              </p:nvSpPr>
              <p:spPr bwMode="auto">
                <a:xfrm>
                  <a:off x="30860534" y="11343623"/>
                  <a:ext cx="457200" cy="457200"/>
                </a:xfrm>
                <a:prstGeom prst="mathMultiply">
                  <a:avLst/>
                </a:prstGeom>
                <a:solidFill>
                  <a:srgbClr val="72BFC5"/>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cs typeface="Arial" charset="0"/>
                  </a:endParaRPr>
                </a:p>
              </p:txBody>
            </p:sp>
            <p:cxnSp>
              <p:nvCxnSpPr>
                <p:cNvPr id="21" name="Straight Connector 20">
                  <a:extLst>
                    <a:ext uri="{FF2B5EF4-FFF2-40B4-BE49-F238E27FC236}">
                      <a16:creationId xmlns:a16="http://schemas.microsoft.com/office/drawing/2014/main" id="{3DC4BE0B-55CC-21CC-228D-4D58C6F81768}"/>
                    </a:ext>
                  </a:extLst>
                </p:cNvPr>
                <p:cNvCxnSpPr/>
                <p:nvPr/>
              </p:nvCxnSpPr>
              <p:spPr bwMode="auto">
                <a:xfrm>
                  <a:off x="17301874" y="9627476"/>
                  <a:ext cx="2764221" cy="0"/>
                </a:xfrm>
                <a:prstGeom prst="line">
                  <a:avLst/>
                </a:prstGeom>
                <a:solidFill>
                  <a:schemeClr val="accent1"/>
                </a:solidFill>
                <a:ln w="101600" cap="flat" cmpd="sng" algn="ctr">
                  <a:solidFill>
                    <a:srgbClr val="D54C43"/>
                  </a:solidFill>
                  <a:prstDash val="solid"/>
                  <a:round/>
                  <a:headEnd type="none" w="med" len="med"/>
                  <a:tailEnd type="none" w="med" len="med"/>
                </a:ln>
                <a:effectLst/>
              </p:spPr>
            </p:cxnSp>
            <p:cxnSp>
              <p:nvCxnSpPr>
                <p:cNvPr id="22" name="Straight Connector 21">
                  <a:extLst>
                    <a:ext uri="{FF2B5EF4-FFF2-40B4-BE49-F238E27FC236}">
                      <a16:creationId xmlns:a16="http://schemas.microsoft.com/office/drawing/2014/main" id="{A1CE6A5D-1BCC-6244-27A6-2E6271A4DF81}"/>
                    </a:ext>
                  </a:extLst>
                </p:cNvPr>
                <p:cNvCxnSpPr/>
                <p:nvPr/>
              </p:nvCxnSpPr>
              <p:spPr bwMode="auto">
                <a:xfrm>
                  <a:off x="23513855" y="18210955"/>
                  <a:ext cx="2764221" cy="0"/>
                </a:xfrm>
                <a:prstGeom prst="line">
                  <a:avLst/>
                </a:prstGeom>
                <a:solidFill>
                  <a:schemeClr val="accent1"/>
                </a:solidFill>
                <a:ln w="101600" cap="flat" cmpd="sng" algn="ctr">
                  <a:solidFill>
                    <a:srgbClr val="BB423A"/>
                  </a:solidFill>
                  <a:prstDash val="solid"/>
                  <a:round/>
                  <a:headEnd type="none" w="med" len="med"/>
                  <a:tailEnd type="none" w="med" len="med"/>
                </a:ln>
                <a:effectLst/>
              </p:spPr>
            </p:cxnSp>
            <p:cxnSp>
              <p:nvCxnSpPr>
                <p:cNvPr id="23" name="Straight Connector 22">
                  <a:extLst>
                    <a:ext uri="{FF2B5EF4-FFF2-40B4-BE49-F238E27FC236}">
                      <a16:creationId xmlns:a16="http://schemas.microsoft.com/office/drawing/2014/main" id="{ABE1D573-BA3F-6844-0338-2311984CF2CB}"/>
                    </a:ext>
                  </a:extLst>
                </p:cNvPr>
                <p:cNvCxnSpPr/>
                <p:nvPr/>
              </p:nvCxnSpPr>
              <p:spPr bwMode="auto">
                <a:xfrm>
                  <a:off x="29707024" y="18210954"/>
                  <a:ext cx="2764221" cy="0"/>
                </a:xfrm>
                <a:prstGeom prst="line">
                  <a:avLst/>
                </a:prstGeom>
                <a:solidFill>
                  <a:schemeClr val="accent1"/>
                </a:solidFill>
                <a:ln w="101600" cap="flat" cmpd="sng" algn="ctr">
                  <a:solidFill>
                    <a:srgbClr val="EF544A"/>
                  </a:solidFill>
                  <a:prstDash val="solid"/>
                  <a:round/>
                  <a:headEnd type="none" w="med" len="med"/>
                  <a:tailEnd type="none" w="med" len="med"/>
                </a:ln>
                <a:effectLst/>
              </p:spPr>
            </p:cxnSp>
          </p:grpSp>
          <p:sp>
            <p:nvSpPr>
              <p:cNvPr id="25" name="TextBox 24">
                <a:extLst>
                  <a:ext uri="{FF2B5EF4-FFF2-40B4-BE49-F238E27FC236}">
                    <a16:creationId xmlns:a16="http://schemas.microsoft.com/office/drawing/2014/main" id="{E82CD6FC-4197-B0F5-EB5E-7B8778E1D9B9}"/>
                  </a:ext>
                </a:extLst>
              </p:cNvPr>
              <p:cNvSpPr txBox="1"/>
              <p:nvPr/>
            </p:nvSpPr>
            <p:spPr>
              <a:xfrm>
                <a:off x="18047432" y="18801292"/>
                <a:ext cx="1273104" cy="553998"/>
              </a:xfrm>
              <a:prstGeom prst="rect">
                <a:avLst/>
              </a:prstGeom>
              <a:noFill/>
            </p:spPr>
            <p:txBody>
              <a:bodyPr wrap="none" rtlCol="0">
                <a:spAutoFit/>
              </a:bodyPr>
              <a:lstStyle/>
              <a:p>
                <a:pPr algn="ctr"/>
                <a:r>
                  <a:rPr lang="en-US" sz="3000" dirty="0"/>
                  <a:t>Friend</a:t>
                </a:r>
              </a:p>
            </p:txBody>
          </p:sp>
          <p:sp>
            <p:nvSpPr>
              <p:cNvPr id="26" name="TextBox 25">
                <a:extLst>
                  <a:ext uri="{FF2B5EF4-FFF2-40B4-BE49-F238E27FC236}">
                    <a16:creationId xmlns:a16="http://schemas.microsoft.com/office/drawing/2014/main" id="{5FEAD576-740F-E665-EA00-7C83C68CAF0A}"/>
                  </a:ext>
                </a:extLst>
              </p:cNvPr>
              <p:cNvSpPr txBox="1"/>
              <p:nvPr/>
            </p:nvSpPr>
            <p:spPr>
              <a:xfrm>
                <a:off x="24016659" y="18801291"/>
                <a:ext cx="1657826" cy="553998"/>
              </a:xfrm>
              <a:prstGeom prst="rect">
                <a:avLst/>
              </a:prstGeom>
              <a:noFill/>
            </p:spPr>
            <p:txBody>
              <a:bodyPr wrap="none" rtlCol="0">
                <a:spAutoFit/>
              </a:bodyPr>
              <a:lstStyle/>
              <a:p>
                <a:pPr algn="ctr"/>
                <a:r>
                  <a:rPr lang="en-US" sz="3000" dirty="0"/>
                  <a:t>Stranger</a:t>
                </a:r>
              </a:p>
            </p:txBody>
          </p:sp>
          <p:sp>
            <p:nvSpPr>
              <p:cNvPr id="27" name="TextBox 26">
                <a:extLst>
                  <a:ext uri="{FF2B5EF4-FFF2-40B4-BE49-F238E27FC236}">
                    <a16:creationId xmlns:a16="http://schemas.microsoft.com/office/drawing/2014/main" id="{484B7075-BCE9-5433-D5D4-988B3A796C17}"/>
                  </a:ext>
                </a:extLst>
              </p:cNvPr>
              <p:cNvSpPr txBox="1"/>
              <p:nvPr/>
            </p:nvSpPr>
            <p:spPr>
              <a:xfrm>
                <a:off x="30153622" y="18933265"/>
                <a:ext cx="1871025" cy="553998"/>
              </a:xfrm>
              <a:prstGeom prst="rect">
                <a:avLst/>
              </a:prstGeom>
              <a:noFill/>
            </p:spPr>
            <p:txBody>
              <a:bodyPr wrap="none" rtlCol="0">
                <a:spAutoFit/>
              </a:bodyPr>
              <a:lstStyle/>
              <a:p>
                <a:pPr algn="ctr"/>
                <a:r>
                  <a:rPr lang="en-US" sz="3000" dirty="0"/>
                  <a:t>Computer</a:t>
                </a:r>
              </a:p>
            </p:txBody>
          </p:sp>
        </p:grpSp>
        <p:sp>
          <p:nvSpPr>
            <p:cNvPr id="29" name="Multiply 28">
              <a:extLst>
                <a:ext uri="{FF2B5EF4-FFF2-40B4-BE49-F238E27FC236}">
                  <a16:creationId xmlns:a16="http://schemas.microsoft.com/office/drawing/2014/main" id="{E2544558-A55A-31AE-362C-DC229ED9A5F8}"/>
                </a:ext>
              </a:extLst>
            </p:cNvPr>
            <p:cNvSpPr/>
            <p:nvPr/>
          </p:nvSpPr>
          <p:spPr bwMode="auto">
            <a:xfrm>
              <a:off x="30860534" y="9433297"/>
              <a:ext cx="457200" cy="457200"/>
            </a:xfrm>
            <a:prstGeom prst="mathMultiply">
              <a:avLst/>
            </a:prstGeom>
            <a:solidFill>
              <a:srgbClr val="72BFC5"/>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cs typeface="Arial" charset="0"/>
              </a:endParaRPr>
            </a:p>
          </p:txBody>
        </p:sp>
        <p:sp>
          <p:nvSpPr>
            <p:cNvPr id="30" name="Multiply 29">
              <a:extLst>
                <a:ext uri="{FF2B5EF4-FFF2-40B4-BE49-F238E27FC236}">
                  <a16:creationId xmlns:a16="http://schemas.microsoft.com/office/drawing/2014/main" id="{49EFB42A-BDC5-EDFE-30E2-3E0854186CEB}"/>
                </a:ext>
              </a:extLst>
            </p:cNvPr>
            <p:cNvSpPr/>
            <p:nvPr/>
          </p:nvSpPr>
          <p:spPr bwMode="auto">
            <a:xfrm>
              <a:off x="24661578" y="11557807"/>
              <a:ext cx="457200" cy="457200"/>
            </a:xfrm>
            <a:prstGeom prst="mathMultiply">
              <a:avLst/>
            </a:prstGeom>
            <a:solidFill>
              <a:srgbClr val="1D4647"/>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cs typeface="Arial" charset="0"/>
              </a:endParaRPr>
            </a:p>
          </p:txBody>
        </p:sp>
        <p:sp>
          <p:nvSpPr>
            <p:cNvPr id="31" name="Multiply 30">
              <a:extLst>
                <a:ext uri="{FF2B5EF4-FFF2-40B4-BE49-F238E27FC236}">
                  <a16:creationId xmlns:a16="http://schemas.microsoft.com/office/drawing/2014/main" id="{1F137DB2-67E6-E506-A500-26336390C594}"/>
                </a:ext>
              </a:extLst>
            </p:cNvPr>
            <p:cNvSpPr/>
            <p:nvPr/>
          </p:nvSpPr>
          <p:spPr bwMode="auto">
            <a:xfrm>
              <a:off x="24661578" y="9433297"/>
              <a:ext cx="457200" cy="457200"/>
            </a:xfrm>
            <a:prstGeom prst="mathMultiply">
              <a:avLst/>
            </a:prstGeom>
            <a:solidFill>
              <a:srgbClr val="1D4647"/>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cs typeface="Arial" charset="0"/>
              </a:endParaRPr>
            </a:p>
          </p:txBody>
        </p:sp>
      </p:grpSp>
      <p:grpSp>
        <p:nvGrpSpPr>
          <p:cNvPr id="33" name="Group 32">
            <a:extLst>
              <a:ext uri="{FF2B5EF4-FFF2-40B4-BE49-F238E27FC236}">
                <a16:creationId xmlns:a16="http://schemas.microsoft.com/office/drawing/2014/main" id="{3CB27CAF-4280-AD34-B210-5080F180D2C2}"/>
              </a:ext>
            </a:extLst>
          </p:cNvPr>
          <p:cNvGrpSpPr/>
          <p:nvPr/>
        </p:nvGrpSpPr>
        <p:grpSpPr>
          <a:xfrm>
            <a:off x="3302117" y="697747"/>
            <a:ext cx="7765387" cy="8857886"/>
            <a:chOff x="15752261" y="4761579"/>
            <a:chExt cx="6351768" cy="7245387"/>
          </a:xfrm>
        </p:grpSpPr>
        <p:grpSp>
          <p:nvGrpSpPr>
            <p:cNvPr id="34" name="Group 33">
              <a:extLst>
                <a:ext uri="{FF2B5EF4-FFF2-40B4-BE49-F238E27FC236}">
                  <a16:creationId xmlns:a16="http://schemas.microsoft.com/office/drawing/2014/main" id="{8C781F48-3237-34BE-792E-D00CC6F352EC}"/>
                </a:ext>
              </a:extLst>
            </p:cNvPr>
            <p:cNvGrpSpPr/>
            <p:nvPr/>
          </p:nvGrpSpPr>
          <p:grpSpPr>
            <a:xfrm>
              <a:off x="15752261" y="4761579"/>
              <a:ext cx="6351768" cy="7245387"/>
              <a:chOff x="15752261" y="4761579"/>
              <a:chExt cx="6351768" cy="7245387"/>
            </a:xfrm>
          </p:grpSpPr>
          <p:sp>
            <p:nvSpPr>
              <p:cNvPr id="42" name="Rectangle 41">
                <a:extLst>
                  <a:ext uri="{FF2B5EF4-FFF2-40B4-BE49-F238E27FC236}">
                    <a16:creationId xmlns:a16="http://schemas.microsoft.com/office/drawing/2014/main" id="{AFCDB739-B6CA-6A2F-4FF4-2D6158E62F41}"/>
                  </a:ext>
                </a:extLst>
              </p:cNvPr>
              <p:cNvSpPr/>
              <p:nvPr/>
            </p:nvSpPr>
            <p:spPr bwMode="auto">
              <a:xfrm>
                <a:off x="15752261" y="4761579"/>
                <a:ext cx="6351768" cy="7245387"/>
              </a:xfrm>
              <a:prstGeom prst="rect">
                <a:avLst/>
              </a:prstGeom>
              <a:solidFill>
                <a:srgbClr val="FAF86D">
                  <a:alpha val="54118"/>
                </a:srgbClr>
              </a:solidFill>
              <a:ln w="508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cs typeface="Arial" charset="0"/>
                </a:endParaRPr>
              </a:p>
            </p:txBody>
          </p:sp>
          <p:sp>
            <p:nvSpPr>
              <p:cNvPr id="43" name="TextBox 42">
                <a:extLst>
                  <a:ext uri="{FF2B5EF4-FFF2-40B4-BE49-F238E27FC236}">
                    <a16:creationId xmlns:a16="http://schemas.microsoft.com/office/drawing/2014/main" id="{D8CB1042-C763-7E92-8F91-E80C5111A56D}"/>
                  </a:ext>
                </a:extLst>
              </p:cNvPr>
              <p:cNvSpPr txBox="1"/>
              <p:nvPr/>
            </p:nvSpPr>
            <p:spPr>
              <a:xfrm>
                <a:off x="15906068" y="11363259"/>
                <a:ext cx="4965131" cy="579022"/>
              </a:xfrm>
              <a:prstGeom prst="rect">
                <a:avLst/>
              </a:prstGeom>
              <a:noFill/>
            </p:spPr>
            <p:txBody>
              <a:bodyPr wrap="square" lIns="91440" tIns="45720" rIns="91440" bIns="45720" anchor="t">
                <a:spAutoFit/>
              </a:bodyPr>
              <a:lstStyle/>
              <a:p>
                <a:r>
                  <a:rPr lang="en-US" altLang="en-US" sz="2000" dirty="0">
                    <a:latin typeface="Helvetica"/>
                    <a:ea typeface="MS PGothic"/>
                  </a:rPr>
                  <a:t>Kyle M. </a:t>
                </a:r>
                <a:r>
                  <a:rPr lang="en-US" altLang="en-US" sz="2000" dirty="0" err="1">
                    <a:latin typeface="Helvetica"/>
                    <a:ea typeface="MS PGothic"/>
                  </a:rPr>
                  <a:t>Woosnam</a:t>
                </a:r>
                <a:r>
                  <a:rPr lang="en-US" altLang="en-US" sz="2000" dirty="0">
                    <a:latin typeface="Helvetica"/>
                    <a:ea typeface="MS PGothic"/>
                  </a:rPr>
                  <a:t>,</a:t>
                </a:r>
              </a:p>
              <a:p>
                <a:r>
                  <a:rPr lang="en-US" altLang="en-US" sz="2000" dirty="0">
                    <a:latin typeface="Helvetica"/>
                    <a:ea typeface="MS PGothic"/>
                  </a:rPr>
                  <a:t>The inclusion of other in the self (</a:t>
                </a:r>
                <a:r>
                  <a:rPr lang="en-US" altLang="en-US" sz="2000" dirty="0" err="1">
                    <a:latin typeface="Helvetica"/>
                    <a:ea typeface="MS PGothic"/>
                  </a:rPr>
                  <a:t>ios</a:t>
                </a:r>
                <a:r>
                  <a:rPr lang="en-US" altLang="en-US" sz="2000" dirty="0">
                    <a:latin typeface="Helvetica"/>
                    <a:ea typeface="MS PGothic"/>
                  </a:rPr>
                  <a:t>) scale</a:t>
                </a:r>
              </a:p>
            </p:txBody>
          </p:sp>
        </p:grpSp>
        <p:grpSp>
          <p:nvGrpSpPr>
            <p:cNvPr id="35" name="Group 34">
              <a:extLst>
                <a:ext uri="{FF2B5EF4-FFF2-40B4-BE49-F238E27FC236}">
                  <a16:creationId xmlns:a16="http://schemas.microsoft.com/office/drawing/2014/main" id="{7D816D11-3FBA-D07E-6B9E-38A2F4EB099B}"/>
                </a:ext>
              </a:extLst>
            </p:cNvPr>
            <p:cNvGrpSpPr/>
            <p:nvPr/>
          </p:nvGrpSpPr>
          <p:grpSpPr>
            <a:xfrm>
              <a:off x="16266708" y="5102620"/>
              <a:ext cx="5346874" cy="6245250"/>
              <a:chOff x="24606262" y="5087612"/>
              <a:chExt cx="5346874" cy="6245250"/>
            </a:xfrm>
          </p:grpSpPr>
          <p:grpSp>
            <p:nvGrpSpPr>
              <p:cNvPr id="36" name="Group 35">
                <a:extLst>
                  <a:ext uri="{FF2B5EF4-FFF2-40B4-BE49-F238E27FC236}">
                    <a16:creationId xmlns:a16="http://schemas.microsoft.com/office/drawing/2014/main" id="{6775D2E0-EA68-224B-714D-E08D12FB0BC4}"/>
                  </a:ext>
                </a:extLst>
              </p:cNvPr>
              <p:cNvGrpSpPr/>
              <p:nvPr/>
            </p:nvGrpSpPr>
            <p:grpSpPr>
              <a:xfrm>
                <a:off x="24606262" y="5087612"/>
                <a:ext cx="5346874" cy="2981162"/>
                <a:chOff x="24230508" y="5420973"/>
                <a:chExt cx="5346874" cy="2981162"/>
              </a:xfrm>
            </p:grpSpPr>
            <p:sp>
              <p:nvSpPr>
                <p:cNvPr id="40" name="Oval 39">
                  <a:extLst>
                    <a:ext uri="{FF2B5EF4-FFF2-40B4-BE49-F238E27FC236}">
                      <a16:creationId xmlns:a16="http://schemas.microsoft.com/office/drawing/2014/main" id="{F210A4F8-95CD-6B0C-1156-2D603B9862CF}"/>
                    </a:ext>
                  </a:extLst>
                </p:cNvPr>
                <p:cNvSpPr/>
                <p:nvPr/>
              </p:nvSpPr>
              <p:spPr bwMode="auto">
                <a:xfrm>
                  <a:off x="24230508" y="5440590"/>
                  <a:ext cx="2961545" cy="2961545"/>
                </a:xfrm>
                <a:prstGeom prst="ellipse">
                  <a:avLst/>
                </a:prstGeom>
                <a:noFill/>
                <a:ln w="508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4389438" rtl="0" eaLnBrk="1" fontAlgn="base" latinLnBrk="0" hangingPunct="1">
                    <a:lnSpc>
                      <a:spcPct val="100000"/>
                    </a:lnSpc>
                    <a:spcBef>
                      <a:spcPct val="0"/>
                    </a:spcBef>
                    <a:spcAft>
                      <a:spcPct val="0"/>
                    </a:spcAft>
                    <a:buClrTx/>
                    <a:buSzTx/>
                    <a:buFontTx/>
                    <a:buNone/>
                    <a:tabLst/>
                  </a:pPr>
                  <a:r>
                    <a:rPr lang="en-US" sz="3000" dirty="0">
                      <a:latin typeface="Arial" charset="0"/>
                      <a:cs typeface="Arial" charset="0"/>
                    </a:rPr>
                    <a:t>Other</a:t>
                  </a:r>
                  <a:endParaRPr kumimoji="0" lang="en-US" sz="3000" b="0" i="0" u="none" strike="noStrike" cap="none" normalizeH="0" baseline="0" dirty="0">
                    <a:ln>
                      <a:noFill/>
                    </a:ln>
                    <a:solidFill>
                      <a:schemeClr val="tx1"/>
                    </a:solidFill>
                    <a:effectLst/>
                    <a:latin typeface="Arial" charset="0"/>
                    <a:cs typeface="Arial" charset="0"/>
                  </a:endParaRPr>
                </a:p>
              </p:txBody>
            </p:sp>
            <p:sp>
              <p:nvSpPr>
                <p:cNvPr id="41" name="Oval 40">
                  <a:extLst>
                    <a:ext uri="{FF2B5EF4-FFF2-40B4-BE49-F238E27FC236}">
                      <a16:creationId xmlns:a16="http://schemas.microsoft.com/office/drawing/2014/main" id="{094E4F7B-794E-48AC-145A-00C8986E4091}"/>
                    </a:ext>
                  </a:extLst>
                </p:cNvPr>
                <p:cNvSpPr/>
                <p:nvPr/>
              </p:nvSpPr>
              <p:spPr bwMode="auto">
                <a:xfrm>
                  <a:off x="26615837" y="5420973"/>
                  <a:ext cx="2961545" cy="2961545"/>
                </a:xfrm>
                <a:prstGeom prst="ellipse">
                  <a:avLst/>
                </a:prstGeom>
                <a:noFill/>
                <a:ln w="508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4389438" rtl="0" eaLnBrk="1" fontAlgn="base" latinLnBrk="0" hangingPunct="1">
                    <a:lnSpc>
                      <a:spcPct val="100000"/>
                    </a:lnSpc>
                    <a:spcBef>
                      <a:spcPct val="0"/>
                    </a:spcBef>
                    <a:spcAft>
                      <a:spcPct val="0"/>
                    </a:spcAft>
                    <a:buClrTx/>
                    <a:buSzTx/>
                    <a:buFontTx/>
                    <a:buNone/>
                    <a:tabLst/>
                  </a:pPr>
                  <a:r>
                    <a:rPr kumimoji="0" lang="en-US" sz="3000" b="0" i="0" u="none" strike="noStrike" cap="none" normalizeH="0" baseline="0" dirty="0">
                      <a:ln>
                        <a:noFill/>
                      </a:ln>
                      <a:solidFill>
                        <a:schemeClr val="tx1"/>
                      </a:solidFill>
                      <a:effectLst/>
                      <a:latin typeface="Arial" charset="0"/>
                      <a:cs typeface="Arial" charset="0"/>
                    </a:rPr>
                    <a:t>Self</a:t>
                  </a:r>
                </a:p>
              </p:txBody>
            </p:sp>
          </p:grpSp>
          <p:grpSp>
            <p:nvGrpSpPr>
              <p:cNvPr id="37" name="Group 36">
                <a:extLst>
                  <a:ext uri="{FF2B5EF4-FFF2-40B4-BE49-F238E27FC236}">
                    <a16:creationId xmlns:a16="http://schemas.microsoft.com/office/drawing/2014/main" id="{9954FFDE-545B-AD1D-A25A-59FD7AEFC418}"/>
                  </a:ext>
                </a:extLst>
              </p:cNvPr>
              <p:cNvGrpSpPr/>
              <p:nvPr/>
            </p:nvGrpSpPr>
            <p:grpSpPr>
              <a:xfrm>
                <a:off x="25411939" y="8348344"/>
                <a:ext cx="3925091" cy="2984518"/>
                <a:chOff x="25130667" y="8968962"/>
                <a:chExt cx="3925091" cy="2984518"/>
              </a:xfrm>
            </p:grpSpPr>
            <p:sp>
              <p:nvSpPr>
                <p:cNvPr id="38" name="Oval 37">
                  <a:extLst>
                    <a:ext uri="{FF2B5EF4-FFF2-40B4-BE49-F238E27FC236}">
                      <a16:creationId xmlns:a16="http://schemas.microsoft.com/office/drawing/2014/main" id="{BFC73058-CB31-27B0-772A-3BDDA9B99C29}"/>
                    </a:ext>
                  </a:extLst>
                </p:cNvPr>
                <p:cNvSpPr/>
                <p:nvPr/>
              </p:nvSpPr>
              <p:spPr bwMode="auto">
                <a:xfrm>
                  <a:off x="25130667" y="8968962"/>
                  <a:ext cx="2961545" cy="2961545"/>
                </a:xfrm>
                <a:prstGeom prst="ellipse">
                  <a:avLst/>
                </a:prstGeom>
                <a:noFill/>
                <a:ln w="508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cs typeface="Arial" charset="0"/>
                  </a:endParaRPr>
                </a:p>
              </p:txBody>
            </p:sp>
            <p:sp>
              <p:nvSpPr>
                <p:cNvPr id="39" name="Oval 38">
                  <a:extLst>
                    <a:ext uri="{FF2B5EF4-FFF2-40B4-BE49-F238E27FC236}">
                      <a16:creationId xmlns:a16="http://schemas.microsoft.com/office/drawing/2014/main" id="{067D4BD0-69C1-6205-729F-359FD089EF50}"/>
                    </a:ext>
                  </a:extLst>
                </p:cNvPr>
                <p:cNvSpPr/>
                <p:nvPr/>
              </p:nvSpPr>
              <p:spPr bwMode="auto">
                <a:xfrm>
                  <a:off x="26094213" y="8991935"/>
                  <a:ext cx="2961545" cy="2961545"/>
                </a:xfrm>
                <a:prstGeom prst="ellipse">
                  <a:avLst/>
                </a:prstGeom>
                <a:noFill/>
                <a:ln w="508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cs typeface="Arial" charset="0"/>
                  </a:endParaRPr>
                </a:p>
              </p:txBody>
            </p:sp>
          </p:grpSp>
        </p:grpSp>
      </p:grpSp>
      <p:pic>
        <p:nvPicPr>
          <p:cNvPr id="44" name="Picture 43" descr="A graph with a line and dots&#10;&#10;Description automatically generated">
            <a:extLst>
              <a:ext uri="{FF2B5EF4-FFF2-40B4-BE49-F238E27FC236}">
                <a16:creationId xmlns:a16="http://schemas.microsoft.com/office/drawing/2014/main" id="{5A9B45D2-69CE-45B6-E0FF-63E075F123C8}"/>
              </a:ext>
            </a:extLst>
          </p:cNvPr>
          <p:cNvPicPr>
            <a:picLocks noChangeAspect="1"/>
          </p:cNvPicPr>
          <p:nvPr/>
        </p:nvPicPr>
        <p:blipFill rotWithShape="1">
          <a:blip r:embed="rId2">
            <a:extLst>
              <a:ext uri="{28A0092B-C50C-407E-A947-70E740481C1C}">
                <a14:useLocalDpi xmlns:a14="http://schemas.microsoft.com/office/drawing/2010/main" val="0"/>
              </a:ext>
            </a:extLst>
          </a:blip>
          <a:srcRect r="6237"/>
          <a:stretch/>
        </p:blipFill>
        <p:spPr>
          <a:xfrm>
            <a:off x="17565458" y="20012822"/>
            <a:ext cx="5976934" cy="6256269"/>
          </a:xfrm>
          <a:prstGeom prst="rect">
            <a:avLst/>
          </a:prstGeom>
        </p:spPr>
      </p:pic>
      <p:sp>
        <p:nvSpPr>
          <p:cNvPr id="45" name="TextBox 44">
            <a:extLst>
              <a:ext uri="{FF2B5EF4-FFF2-40B4-BE49-F238E27FC236}">
                <a16:creationId xmlns:a16="http://schemas.microsoft.com/office/drawing/2014/main" id="{3101D678-0DF9-DFE7-5AB5-E5E73F160921}"/>
              </a:ext>
            </a:extLst>
          </p:cNvPr>
          <p:cNvSpPr txBox="1"/>
          <p:nvPr/>
        </p:nvSpPr>
        <p:spPr>
          <a:xfrm>
            <a:off x="25431750" y="21945601"/>
            <a:ext cx="3377848" cy="369332"/>
          </a:xfrm>
          <a:prstGeom prst="rect">
            <a:avLst/>
          </a:prstGeom>
          <a:noFill/>
        </p:spPr>
        <p:txBody>
          <a:bodyPr wrap="none" rtlCol="0">
            <a:spAutoFit/>
          </a:bodyPr>
          <a:lstStyle/>
          <a:p>
            <a:r>
              <a:rPr lang="en-US" dirty="0"/>
              <a:t>VS mask Cope 10, f-s behavior</a:t>
            </a:r>
          </a:p>
        </p:txBody>
      </p:sp>
      <p:grpSp>
        <p:nvGrpSpPr>
          <p:cNvPr id="55" name="Group 54">
            <a:extLst>
              <a:ext uri="{FF2B5EF4-FFF2-40B4-BE49-F238E27FC236}">
                <a16:creationId xmlns:a16="http://schemas.microsoft.com/office/drawing/2014/main" id="{85566B34-90A2-F860-BA56-C61310F4490F}"/>
              </a:ext>
            </a:extLst>
          </p:cNvPr>
          <p:cNvGrpSpPr/>
          <p:nvPr/>
        </p:nvGrpSpPr>
        <p:grpSpPr>
          <a:xfrm>
            <a:off x="23956247" y="1593935"/>
            <a:ext cx="8009593" cy="7451869"/>
            <a:chOff x="18887859" y="360968"/>
            <a:chExt cx="6543891" cy="6151778"/>
          </a:xfrm>
        </p:grpSpPr>
        <p:pic>
          <p:nvPicPr>
            <p:cNvPr id="46" name="Picture 45" descr="A green check mark on a grey background&#10;&#10;Description automatically generated">
              <a:extLst>
                <a:ext uri="{FF2B5EF4-FFF2-40B4-BE49-F238E27FC236}">
                  <a16:creationId xmlns:a16="http://schemas.microsoft.com/office/drawing/2014/main" id="{05D821C2-E885-CC67-E0E9-FCC0C910A129}"/>
                </a:ext>
              </a:extLst>
            </p:cNvPr>
            <p:cNvPicPr>
              <a:picLocks noChangeAspect="1"/>
            </p:cNvPicPr>
            <p:nvPr/>
          </p:nvPicPr>
          <p:blipFill rotWithShape="1">
            <a:blip r:embed="rId3"/>
            <a:srcRect l="14791" t="15087" r="12450" b="22936"/>
            <a:stretch/>
          </p:blipFill>
          <p:spPr>
            <a:xfrm>
              <a:off x="19244972" y="4622666"/>
              <a:ext cx="2991981" cy="1890080"/>
            </a:xfrm>
            <a:prstGeom prst="rect">
              <a:avLst/>
            </a:prstGeom>
            <a:solidFill>
              <a:srgbClr val="FFFFFF">
                <a:shade val="85000"/>
              </a:srgbClr>
            </a:solidFill>
            <a:ln w="88900" cap="sq">
              <a:solidFill>
                <a:srgbClr val="C00000"/>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47" name="Picture 46" descr="A computer screen shot&#10;&#10;Description automatically generated">
              <a:extLst>
                <a:ext uri="{FF2B5EF4-FFF2-40B4-BE49-F238E27FC236}">
                  <a16:creationId xmlns:a16="http://schemas.microsoft.com/office/drawing/2014/main" id="{25A164EB-4BEF-B4A5-B060-06D4C5267B2F}"/>
                </a:ext>
              </a:extLst>
            </p:cNvPr>
            <p:cNvPicPr>
              <a:picLocks noChangeAspect="1"/>
            </p:cNvPicPr>
            <p:nvPr/>
          </p:nvPicPr>
          <p:blipFill rotWithShape="1">
            <a:blip r:embed="rId4"/>
            <a:srcRect l="17658" t="18357" r="18046" b="25816"/>
            <a:stretch/>
          </p:blipFill>
          <p:spPr>
            <a:xfrm>
              <a:off x="22543408" y="4676154"/>
              <a:ext cx="2888342" cy="1819031"/>
            </a:xfrm>
            <a:prstGeom prst="rect">
              <a:avLst/>
            </a:prstGeom>
            <a:solidFill>
              <a:srgbClr val="FFFFFF">
                <a:shade val="85000"/>
              </a:srgbClr>
            </a:solidFill>
            <a:ln w="88900" cap="sq">
              <a:solidFill>
                <a:srgbClr val="C00000"/>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48" name="Picture 47" descr="A white cross on a gray background&#10;&#10;Description automatically generated">
              <a:extLst>
                <a:ext uri="{FF2B5EF4-FFF2-40B4-BE49-F238E27FC236}">
                  <a16:creationId xmlns:a16="http://schemas.microsoft.com/office/drawing/2014/main" id="{2A82ECC0-02D2-399E-A379-0EF13FCC0D8B}"/>
                </a:ext>
              </a:extLst>
            </p:cNvPr>
            <p:cNvPicPr>
              <a:picLocks noChangeAspect="1"/>
            </p:cNvPicPr>
            <p:nvPr/>
          </p:nvPicPr>
          <p:blipFill rotWithShape="1">
            <a:blip r:embed="rId5"/>
            <a:srcRect l="2620" t="7420" r="2620" b="4981"/>
            <a:stretch/>
          </p:blipFill>
          <p:spPr>
            <a:xfrm>
              <a:off x="20965957" y="2971697"/>
              <a:ext cx="2848448" cy="1890080"/>
            </a:xfrm>
            <a:prstGeom prst="rect">
              <a:avLst/>
            </a:prstGeom>
            <a:solidFill>
              <a:srgbClr val="FFFFFF">
                <a:shade val="85000"/>
              </a:srgbClr>
            </a:solidFill>
            <a:ln w="88900" cap="sq">
              <a:solidFill>
                <a:srgbClr val="C00000"/>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49" name="Picture 48" descr="A grey background with white text&#10;&#10;Description automatically generated">
              <a:extLst>
                <a:ext uri="{FF2B5EF4-FFF2-40B4-BE49-F238E27FC236}">
                  <a16:creationId xmlns:a16="http://schemas.microsoft.com/office/drawing/2014/main" id="{8319B2F5-A88D-8E16-A0DB-3B22400CECBB}"/>
                </a:ext>
              </a:extLst>
            </p:cNvPr>
            <p:cNvPicPr>
              <a:picLocks noChangeAspect="1"/>
            </p:cNvPicPr>
            <p:nvPr/>
          </p:nvPicPr>
          <p:blipFill>
            <a:blip r:embed="rId6"/>
            <a:stretch>
              <a:fillRect/>
            </a:stretch>
          </p:blipFill>
          <p:spPr>
            <a:xfrm>
              <a:off x="19926908" y="1639461"/>
              <a:ext cx="2848448" cy="1943823"/>
            </a:xfrm>
            <a:prstGeom prst="rect">
              <a:avLst/>
            </a:prstGeom>
            <a:solidFill>
              <a:srgbClr val="FFFFFF">
                <a:shade val="85000"/>
              </a:srgbClr>
            </a:solidFill>
            <a:ln w="88900" cap="sq">
              <a:solidFill>
                <a:srgbClr val="C00000"/>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50" name="Picture 49" descr="A computer and a keyboard&#10;&#10;Description automatically generated with medium confidence">
              <a:extLst>
                <a:ext uri="{FF2B5EF4-FFF2-40B4-BE49-F238E27FC236}">
                  <a16:creationId xmlns:a16="http://schemas.microsoft.com/office/drawing/2014/main" id="{462EC6A9-8181-A755-C6DF-08487EECDC88}"/>
                </a:ext>
              </a:extLst>
            </p:cNvPr>
            <p:cNvPicPr>
              <a:picLocks noChangeAspect="1"/>
            </p:cNvPicPr>
            <p:nvPr/>
          </p:nvPicPr>
          <p:blipFill rotWithShape="1">
            <a:blip r:embed="rId7"/>
            <a:srcRect l="2378" t="5420" r="2378" b="9853"/>
            <a:stretch/>
          </p:blipFill>
          <p:spPr>
            <a:xfrm>
              <a:off x="18887859" y="360968"/>
              <a:ext cx="2848448" cy="1919430"/>
            </a:xfrm>
            <a:prstGeom prst="rect">
              <a:avLst/>
            </a:prstGeom>
            <a:solidFill>
              <a:srgbClr val="FFFFFF">
                <a:shade val="85000"/>
              </a:srgbClr>
            </a:solidFill>
            <a:ln w="88900" cap="sq">
              <a:solidFill>
                <a:srgbClr val="C00000"/>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grpSp>
          <p:nvGrpSpPr>
            <p:cNvPr id="51" name="Group 50">
              <a:extLst>
                <a:ext uri="{FF2B5EF4-FFF2-40B4-BE49-F238E27FC236}">
                  <a16:creationId xmlns:a16="http://schemas.microsoft.com/office/drawing/2014/main" id="{D98D2AA0-6856-8BFC-A013-3D7002419DA0}"/>
                </a:ext>
              </a:extLst>
            </p:cNvPr>
            <p:cNvGrpSpPr/>
            <p:nvPr/>
          </p:nvGrpSpPr>
          <p:grpSpPr>
            <a:xfrm>
              <a:off x="22071524" y="360968"/>
              <a:ext cx="3360226" cy="995434"/>
              <a:chOff x="3514264" y="206684"/>
              <a:chExt cx="3360226" cy="995434"/>
            </a:xfrm>
          </p:grpSpPr>
          <p:pic>
            <p:nvPicPr>
              <p:cNvPr id="52" name="Picture 51">
                <a:extLst>
                  <a:ext uri="{FF2B5EF4-FFF2-40B4-BE49-F238E27FC236}">
                    <a16:creationId xmlns:a16="http://schemas.microsoft.com/office/drawing/2014/main" id="{8A58D4E4-38FC-FF26-3C92-D95E613FF24C}"/>
                  </a:ext>
                </a:extLst>
              </p:cNvPr>
              <p:cNvPicPr>
                <a:picLocks noChangeAspect="1"/>
              </p:cNvPicPr>
              <p:nvPr/>
            </p:nvPicPr>
            <p:blipFill>
              <a:blip r:embed="rId8"/>
              <a:stretch>
                <a:fillRect/>
              </a:stretch>
            </p:blipFill>
            <p:spPr>
              <a:xfrm>
                <a:off x="3514264" y="206684"/>
                <a:ext cx="1027916" cy="990673"/>
              </a:xfrm>
              <a:prstGeom prst="rect">
                <a:avLst/>
              </a:prstGeom>
              <a:solidFill>
                <a:srgbClr val="FFFFFF">
                  <a:shade val="85000"/>
                </a:srgbClr>
              </a:solidFill>
              <a:ln w="88900" cap="sq">
                <a:solidFill>
                  <a:srgbClr val="C00000"/>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53" name="Picture 52" descr="A grey square with a person's head&#10;&#10;Description automatically generated">
                <a:extLst>
                  <a:ext uri="{FF2B5EF4-FFF2-40B4-BE49-F238E27FC236}">
                    <a16:creationId xmlns:a16="http://schemas.microsoft.com/office/drawing/2014/main" id="{DCD9D8FF-F003-604C-A09E-3B749D263137}"/>
                  </a:ext>
                </a:extLst>
              </p:cNvPr>
              <p:cNvPicPr>
                <a:picLocks noChangeAspect="1"/>
              </p:cNvPicPr>
              <p:nvPr/>
            </p:nvPicPr>
            <p:blipFill>
              <a:blip r:embed="rId9"/>
              <a:stretch>
                <a:fillRect/>
              </a:stretch>
            </p:blipFill>
            <p:spPr>
              <a:xfrm>
                <a:off x="4717835" y="206684"/>
                <a:ext cx="982991" cy="995434"/>
              </a:xfrm>
              <a:prstGeom prst="rect">
                <a:avLst/>
              </a:prstGeom>
              <a:solidFill>
                <a:srgbClr val="FFFFFF">
                  <a:shade val="85000"/>
                </a:srgbClr>
              </a:solidFill>
              <a:ln w="88900" cap="sq">
                <a:solidFill>
                  <a:srgbClr val="C00000"/>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54" name="Picture 53" descr="A person with a smile on his face&#10;&#10;Description automatically generated">
                <a:extLst>
                  <a:ext uri="{FF2B5EF4-FFF2-40B4-BE49-F238E27FC236}">
                    <a16:creationId xmlns:a16="http://schemas.microsoft.com/office/drawing/2014/main" id="{AA177AC5-6357-26F0-BFC6-A1CAE04EB142}"/>
                  </a:ext>
                </a:extLst>
              </p:cNvPr>
              <p:cNvPicPr>
                <a:picLocks noChangeAspect="1"/>
              </p:cNvPicPr>
              <p:nvPr/>
            </p:nvPicPr>
            <p:blipFill>
              <a:blip r:embed="rId10"/>
              <a:stretch>
                <a:fillRect/>
              </a:stretch>
            </p:blipFill>
            <p:spPr>
              <a:xfrm>
                <a:off x="5883817" y="206684"/>
                <a:ext cx="990673" cy="990673"/>
              </a:xfrm>
              <a:prstGeom prst="rect">
                <a:avLst/>
              </a:prstGeom>
              <a:solidFill>
                <a:srgbClr val="FFFFFF">
                  <a:shade val="85000"/>
                </a:srgbClr>
              </a:solidFill>
              <a:ln w="88900" cap="sq">
                <a:solidFill>
                  <a:srgbClr val="C00000"/>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grpSp>
      </p:grpSp>
    </p:spTree>
    <p:extLst>
      <p:ext uri="{BB962C8B-B14F-4D97-AF65-F5344CB8AC3E}">
        <p14:creationId xmlns:p14="http://schemas.microsoft.com/office/powerpoint/2010/main" val="244735478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phic 2">
            <a:extLst>
              <a:ext uri="{FF2B5EF4-FFF2-40B4-BE49-F238E27FC236}">
                <a16:creationId xmlns:a16="http://schemas.microsoft.com/office/drawing/2014/main" id="{E837406F-5692-3E0A-6846-F0234F4B6443}"/>
              </a:ext>
            </a:extLst>
          </p:cNvPr>
          <p:cNvPicPr>
            <a:picLocks noChangeAspect="1"/>
          </p:cNvPicPr>
          <p:nvPr/>
        </p:nvPicPr>
        <p:blipFill rotWithShape="1">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rcRect t="6739"/>
          <a:stretch/>
        </p:blipFill>
        <p:spPr>
          <a:xfrm>
            <a:off x="256032" y="871751"/>
            <a:ext cx="11692074" cy="11308057"/>
          </a:xfrm>
          <a:prstGeom prst="rect">
            <a:avLst/>
          </a:prstGeom>
        </p:spPr>
      </p:pic>
      <p:pic>
        <p:nvPicPr>
          <p:cNvPr id="5" name="Graphic 4">
            <a:extLst>
              <a:ext uri="{FF2B5EF4-FFF2-40B4-BE49-F238E27FC236}">
                <a16:creationId xmlns:a16="http://schemas.microsoft.com/office/drawing/2014/main" id="{8BE36795-2270-B2A4-DE7D-9C6377C48B37}"/>
              </a:ext>
            </a:extLst>
          </p:cNvPr>
          <p:cNvPicPr>
            <a:picLocks noChangeAspect="1"/>
          </p:cNvPicPr>
          <p:nvPr/>
        </p:nvPicPr>
        <p:blipFill rotWithShape="1">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rcRect t="6956"/>
          <a:stretch/>
        </p:blipFill>
        <p:spPr>
          <a:xfrm>
            <a:off x="11948106" y="871751"/>
            <a:ext cx="11719381" cy="11308057"/>
          </a:xfrm>
          <a:prstGeom prst="rect">
            <a:avLst/>
          </a:prstGeom>
        </p:spPr>
      </p:pic>
    </p:spTree>
    <p:extLst>
      <p:ext uri="{BB962C8B-B14F-4D97-AF65-F5344CB8AC3E}">
        <p14:creationId xmlns:p14="http://schemas.microsoft.com/office/powerpoint/2010/main" val="259501898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 name="Rectangle 162">
            <a:extLst>
              <a:ext uri="{FF2B5EF4-FFF2-40B4-BE49-F238E27FC236}">
                <a16:creationId xmlns:a16="http://schemas.microsoft.com/office/drawing/2014/main" id="{F85C8D55-E7D1-1411-7315-1807B9914BF8}"/>
              </a:ext>
            </a:extLst>
          </p:cNvPr>
          <p:cNvSpPr>
            <a:spLocks noChangeArrowheads="1"/>
          </p:cNvSpPr>
          <p:nvPr/>
        </p:nvSpPr>
        <p:spPr bwMode="auto">
          <a:xfrm>
            <a:off x="15470883" y="14071787"/>
            <a:ext cx="14827930" cy="18612720"/>
          </a:xfrm>
          <a:prstGeom prst="rect">
            <a:avLst/>
          </a:prstGeom>
          <a:noFill/>
          <a:ln w="76200">
            <a:solidFill>
              <a:srgbClr val="C00000"/>
            </a:solidFill>
            <a:miter lim="800000"/>
            <a:headEnd/>
            <a:tailEnd/>
          </a:ln>
          <a:extLst>
            <a:ext uri="{909E8E84-426E-40DD-AFC4-6F175D3DCCD1}">
              <a14:hiddenFill xmlns:a14="http://schemas.microsoft.com/office/drawing/2010/main">
                <a:solidFill>
                  <a:srgbClr val="FFFFFF"/>
                </a:solidFill>
              </a14:hiddenFill>
            </a:ext>
          </a:extLst>
        </p:spPr>
        <p:txBody>
          <a:bodyPr wrap="none" lIns="81274" tIns="40638" rIns="81274" bIns="40638" anchor="ct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eaLnBrk="1" hangingPunct="1"/>
            <a:endParaRPr lang="en-US" altLang="en-US" sz="1245">
              <a:latin typeface="Trebuchet MS" panose="020B0603020202020204" pitchFamily="34" charset="0"/>
            </a:endParaRPr>
          </a:p>
        </p:txBody>
      </p:sp>
      <p:sp>
        <p:nvSpPr>
          <p:cNvPr id="81" name="TextBox 86">
            <a:extLst>
              <a:ext uri="{FF2B5EF4-FFF2-40B4-BE49-F238E27FC236}">
                <a16:creationId xmlns:a16="http://schemas.microsoft.com/office/drawing/2014/main" id="{4AA4023A-FE9C-8A8F-DAD7-839D36EF1B05}"/>
              </a:ext>
            </a:extLst>
          </p:cNvPr>
          <p:cNvSpPr txBox="1">
            <a:spLocks noChangeArrowheads="1"/>
          </p:cNvSpPr>
          <p:nvPr/>
        </p:nvSpPr>
        <p:spPr bwMode="auto">
          <a:xfrm>
            <a:off x="17792340" y="13743817"/>
            <a:ext cx="10223153" cy="1400383"/>
          </a:xfrm>
          <a:prstGeom prst="rect">
            <a:avLst/>
          </a:prstGeom>
          <a:solidFill>
            <a:schemeClr val="bg1"/>
          </a:solidFill>
          <a:ln>
            <a:noFill/>
          </a:ln>
        </p:spPr>
        <p:txBody>
          <a:bodyPr wrap="square" lIns="91440" tIns="45720" rIns="91440" bIns="45720" anchor="t">
            <a:spAutoFit/>
          </a:bodyP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sz="4250" b="1" dirty="0">
                <a:solidFill>
                  <a:srgbClr val="C00000"/>
                </a:solidFill>
                <a:latin typeface="Trebuchet MS"/>
                <a:ea typeface="MS PGothic"/>
              </a:rPr>
              <a:t>4. Ventral Striatal Activation Is not Associated with Age </a:t>
            </a:r>
            <a:endParaRPr lang="en-US" altLang="en-US" sz="4267" b="1" dirty="0">
              <a:solidFill>
                <a:srgbClr val="C00000"/>
              </a:solidFill>
              <a:latin typeface="Trebuchet MS" panose="020B0603020202020204" pitchFamily="34" charset="0"/>
            </a:endParaRPr>
          </a:p>
        </p:txBody>
      </p:sp>
      <p:sp>
        <p:nvSpPr>
          <p:cNvPr id="82" name="Rectangle 81">
            <a:extLst>
              <a:ext uri="{FF2B5EF4-FFF2-40B4-BE49-F238E27FC236}">
                <a16:creationId xmlns:a16="http://schemas.microsoft.com/office/drawing/2014/main" id="{F2374AF7-01C1-54D1-AF5E-5E845D42E41B}"/>
              </a:ext>
            </a:extLst>
          </p:cNvPr>
          <p:cNvSpPr/>
          <p:nvPr/>
        </p:nvSpPr>
        <p:spPr>
          <a:xfrm>
            <a:off x="15753891" y="15011657"/>
            <a:ext cx="14650695" cy="584775"/>
          </a:xfrm>
          <a:prstGeom prst="rect">
            <a:avLst/>
          </a:prstGeom>
        </p:spPr>
        <p:txBody>
          <a:bodyPr wrap="square" lIns="91440" tIns="45720" rIns="91440" bIns="45720" anchor="t">
            <a:spAutoFit/>
          </a:bodyPr>
          <a:lstStyle/>
          <a:p>
            <a:pPr>
              <a:spcBef>
                <a:spcPts val="0"/>
              </a:spcBef>
              <a:spcAft>
                <a:spcPts val="1200"/>
              </a:spcAft>
            </a:pPr>
            <a:r>
              <a:rPr lang="en-US" sz="3200" i="1" dirty="0">
                <a:latin typeface="Helvetica"/>
                <a:ea typeface="MS PGothic"/>
                <a:cs typeface="Helvetica"/>
              </a:rPr>
              <a:t>We found Ventral Striatum (VS) activation for Reciprocate &gt; Defect outcomes</a:t>
            </a:r>
            <a:endParaRPr lang="en-US" sz="3200" i="1" dirty="0">
              <a:cs typeface="Helvetica" panose="020B0604020202020204" pitchFamily="34" charset="0"/>
            </a:endParaRPr>
          </a:p>
        </p:txBody>
      </p:sp>
      <p:sp>
        <p:nvSpPr>
          <p:cNvPr id="83" name="TextBox 82">
            <a:extLst>
              <a:ext uri="{FF2B5EF4-FFF2-40B4-BE49-F238E27FC236}">
                <a16:creationId xmlns:a16="http://schemas.microsoft.com/office/drawing/2014/main" id="{E2B87F1C-C65B-2365-C691-F84E272B2128}"/>
              </a:ext>
            </a:extLst>
          </p:cNvPr>
          <p:cNvSpPr txBox="1"/>
          <p:nvPr/>
        </p:nvSpPr>
        <p:spPr>
          <a:xfrm>
            <a:off x="15470883" y="23756535"/>
            <a:ext cx="14650695" cy="1077218"/>
          </a:xfrm>
          <a:prstGeom prst="rect">
            <a:avLst/>
          </a:prstGeom>
          <a:noFill/>
        </p:spPr>
        <p:txBody>
          <a:bodyPr wrap="square" lIns="91440" tIns="45720" rIns="91440" bIns="45720" anchor="t">
            <a:spAutoFit/>
          </a:bodyPr>
          <a:lstStyle/>
          <a:p>
            <a:pPr algn="ctr"/>
            <a:r>
              <a:rPr lang="en-US" altLang="en-US" sz="3200" dirty="0">
                <a:latin typeface="Helvetica"/>
                <a:ea typeface="MS PGothic"/>
              </a:rPr>
              <a:t>We found activation in the VS when participants were presented with a reciprocate outcome as opposed to a defect outcome.</a:t>
            </a:r>
          </a:p>
        </p:txBody>
      </p:sp>
      <p:grpSp>
        <p:nvGrpSpPr>
          <p:cNvPr id="84" name="Group 83">
            <a:extLst>
              <a:ext uri="{FF2B5EF4-FFF2-40B4-BE49-F238E27FC236}">
                <a16:creationId xmlns:a16="http://schemas.microsoft.com/office/drawing/2014/main" id="{6DE505BC-359F-2B64-7BF5-86249E8BC13F}"/>
              </a:ext>
            </a:extLst>
          </p:cNvPr>
          <p:cNvGrpSpPr/>
          <p:nvPr/>
        </p:nvGrpSpPr>
        <p:grpSpPr>
          <a:xfrm>
            <a:off x="16413362" y="16845193"/>
            <a:ext cx="6012596" cy="5359483"/>
            <a:chOff x="14976740" y="15406812"/>
            <a:chExt cx="6810930" cy="6071098"/>
          </a:xfrm>
        </p:grpSpPr>
        <p:pic>
          <p:nvPicPr>
            <p:cNvPr id="85" name="Picture 84">
              <a:extLst>
                <a:ext uri="{FF2B5EF4-FFF2-40B4-BE49-F238E27FC236}">
                  <a16:creationId xmlns:a16="http://schemas.microsoft.com/office/drawing/2014/main" id="{8CF128A2-7337-58D4-4F0F-518CE4ACA301}"/>
                </a:ext>
              </a:extLst>
            </p:cNvPr>
            <p:cNvPicPr>
              <a:picLocks noChangeAspect="1"/>
            </p:cNvPicPr>
            <p:nvPr/>
          </p:nvPicPr>
          <p:blipFill>
            <a:blip r:embed="rId2"/>
            <a:stretch>
              <a:fillRect/>
            </a:stretch>
          </p:blipFill>
          <p:spPr>
            <a:xfrm>
              <a:off x="15705594" y="15406812"/>
              <a:ext cx="6082076" cy="6071098"/>
            </a:xfrm>
            <a:prstGeom prst="rect">
              <a:avLst/>
            </a:prstGeom>
          </p:spPr>
        </p:pic>
        <p:sp>
          <p:nvSpPr>
            <p:cNvPr id="86" name="TextBox 85">
              <a:extLst>
                <a:ext uri="{FF2B5EF4-FFF2-40B4-BE49-F238E27FC236}">
                  <a16:creationId xmlns:a16="http://schemas.microsoft.com/office/drawing/2014/main" id="{C8F892C7-F6CA-BE50-D63E-C9CEF7BBEA28}"/>
                </a:ext>
              </a:extLst>
            </p:cNvPr>
            <p:cNvSpPr txBox="1"/>
            <p:nvPr/>
          </p:nvSpPr>
          <p:spPr>
            <a:xfrm>
              <a:off x="14986107" y="20885189"/>
              <a:ext cx="1133197" cy="584775"/>
            </a:xfrm>
            <a:prstGeom prst="rect">
              <a:avLst/>
            </a:prstGeom>
            <a:noFill/>
          </p:spPr>
          <p:txBody>
            <a:bodyPr wrap="square">
              <a:spAutoFit/>
            </a:bodyPr>
            <a:lstStyle/>
            <a:p>
              <a:r>
                <a:rPr lang="en-US" sz="3200" b="1" dirty="0">
                  <a:latin typeface="Helvetica"/>
                  <a:ea typeface="MS PGothic"/>
                </a:rPr>
                <a:t>VS</a:t>
              </a:r>
              <a:endParaRPr lang="en-US" sz="3200" b="1" dirty="0">
                <a:latin typeface="Helvetica"/>
              </a:endParaRPr>
            </a:p>
          </p:txBody>
        </p:sp>
        <p:sp>
          <p:nvSpPr>
            <p:cNvPr id="87" name="TextBox 86">
              <a:extLst>
                <a:ext uri="{FF2B5EF4-FFF2-40B4-BE49-F238E27FC236}">
                  <a16:creationId xmlns:a16="http://schemas.microsoft.com/office/drawing/2014/main" id="{6BCFA7F6-6616-FD53-A415-FA1DC4F386A1}"/>
                </a:ext>
              </a:extLst>
            </p:cNvPr>
            <p:cNvSpPr txBox="1"/>
            <p:nvPr/>
          </p:nvSpPr>
          <p:spPr>
            <a:xfrm>
              <a:off x="14976740" y="15690149"/>
              <a:ext cx="1400615" cy="1289976"/>
            </a:xfrm>
            <a:prstGeom prst="rect">
              <a:avLst/>
            </a:prstGeom>
            <a:noFill/>
          </p:spPr>
          <p:txBody>
            <a:bodyPr wrap="square" lIns="91440" tIns="45720" rIns="91440" bIns="45720" anchor="t">
              <a:spAutoFit/>
            </a:bodyPr>
            <a:lstStyle/>
            <a:p>
              <a:pPr algn="ctr"/>
              <a:r>
                <a:rPr lang="en-US" sz="4000" dirty="0">
                  <a:latin typeface="Helvetica"/>
                  <a:ea typeface="MS PGothic"/>
                </a:rPr>
                <a:t>Y=9</a:t>
              </a:r>
            </a:p>
            <a:p>
              <a:pPr algn="ctr"/>
              <a:endParaRPr lang="en-US" sz="2800" dirty="0">
                <a:latin typeface="Helvetica"/>
              </a:endParaRPr>
            </a:p>
          </p:txBody>
        </p:sp>
      </p:grpSp>
      <p:sp>
        <p:nvSpPr>
          <p:cNvPr id="88" name="TextBox 87">
            <a:extLst>
              <a:ext uri="{FF2B5EF4-FFF2-40B4-BE49-F238E27FC236}">
                <a16:creationId xmlns:a16="http://schemas.microsoft.com/office/drawing/2014/main" id="{A569D325-14D6-3FBA-46F9-0533E45EEBA2}"/>
              </a:ext>
            </a:extLst>
          </p:cNvPr>
          <p:cNvSpPr txBox="1"/>
          <p:nvPr/>
        </p:nvSpPr>
        <p:spPr>
          <a:xfrm>
            <a:off x="18209595" y="31314065"/>
            <a:ext cx="9855262" cy="553998"/>
          </a:xfrm>
          <a:prstGeom prst="rect">
            <a:avLst/>
          </a:prstGeom>
          <a:noFill/>
        </p:spPr>
        <p:txBody>
          <a:bodyPr wrap="none" rtlCol="0">
            <a:spAutoFit/>
          </a:bodyPr>
          <a:lstStyle/>
          <a:p>
            <a:r>
              <a:rPr lang="en-US" sz="3000" dirty="0"/>
              <a:t>We found that activation in the VS was not related to age</a:t>
            </a:r>
          </a:p>
        </p:txBody>
      </p:sp>
      <p:grpSp>
        <p:nvGrpSpPr>
          <p:cNvPr id="89" name="Group 88">
            <a:extLst>
              <a:ext uri="{FF2B5EF4-FFF2-40B4-BE49-F238E27FC236}">
                <a16:creationId xmlns:a16="http://schemas.microsoft.com/office/drawing/2014/main" id="{B30A3D42-2685-DD83-F550-6D419DE0CEA4}"/>
              </a:ext>
            </a:extLst>
          </p:cNvPr>
          <p:cNvGrpSpPr/>
          <p:nvPr/>
        </p:nvGrpSpPr>
        <p:grpSpPr>
          <a:xfrm>
            <a:off x="25203363" y="25624464"/>
            <a:ext cx="4662175" cy="5381809"/>
            <a:chOff x="23611670" y="15386915"/>
            <a:chExt cx="5877242" cy="6288526"/>
          </a:xfrm>
        </p:grpSpPr>
        <p:grpSp>
          <p:nvGrpSpPr>
            <p:cNvPr id="90" name="Group 89">
              <a:extLst>
                <a:ext uri="{FF2B5EF4-FFF2-40B4-BE49-F238E27FC236}">
                  <a16:creationId xmlns:a16="http://schemas.microsoft.com/office/drawing/2014/main" id="{6B07F237-2D1D-AA5C-4846-56948C9E0ECF}"/>
                </a:ext>
              </a:extLst>
            </p:cNvPr>
            <p:cNvGrpSpPr/>
            <p:nvPr/>
          </p:nvGrpSpPr>
          <p:grpSpPr>
            <a:xfrm>
              <a:off x="23722773" y="15386915"/>
              <a:ext cx="5766139" cy="6288526"/>
              <a:chOff x="23722773" y="15386915"/>
              <a:chExt cx="5766139" cy="6288526"/>
            </a:xfrm>
          </p:grpSpPr>
          <p:sp>
            <p:nvSpPr>
              <p:cNvPr id="95" name="Rectangle 94">
                <a:extLst>
                  <a:ext uri="{FF2B5EF4-FFF2-40B4-BE49-F238E27FC236}">
                    <a16:creationId xmlns:a16="http://schemas.microsoft.com/office/drawing/2014/main" id="{566B512C-6DEA-DDC7-23FB-35CCDB864537}"/>
                  </a:ext>
                </a:extLst>
              </p:cNvPr>
              <p:cNvSpPr/>
              <p:nvPr/>
            </p:nvSpPr>
            <p:spPr bwMode="auto">
              <a:xfrm>
                <a:off x="24280009" y="15747147"/>
                <a:ext cx="5109967" cy="5213825"/>
              </a:xfrm>
              <a:prstGeom prst="rect">
                <a:avLst/>
              </a:prstGeom>
              <a:solidFill>
                <a:schemeClr val="accent6">
                  <a:lumMod val="20000"/>
                  <a:lumOff val="80000"/>
                </a:schemeClr>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cs typeface="Arial" charset="0"/>
                </a:endParaRPr>
              </a:p>
            </p:txBody>
          </p:sp>
          <p:grpSp>
            <p:nvGrpSpPr>
              <p:cNvPr id="96" name="Group 95">
                <a:extLst>
                  <a:ext uri="{FF2B5EF4-FFF2-40B4-BE49-F238E27FC236}">
                    <a16:creationId xmlns:a16="http://schemas.microsoft.com/office/drawing/2014/main" id="{F6ECB501-C792-BAA1-2CC5-9DE81B55F030}"/>
                  </a:ext>
                </a:extLst>
              </p:cNvPr>
              <p:cNvGrpSpPr/>
              <p:nvPr/>
            </p:nvGrpSpPr>
            <p:grpSpPr>
              <a:xfrm>
                <a:off x="23722773" y="15386915"/>
                <a:ext cx="5766139" cy="6288526"/>
                <a:chOff x="23722773" y="15386915"/>
                <a:chExt cx="5766139" cy="6288526"/>
              </a:xfrm>
            </p:grpSpPr>
            <p:pic>
              <p:nvPicPr>
                <p:cNvPr id="97" name="Graphic 96">
                  <a:extLst>
                    <a:ext uri="{FF2B5EF4-FFF2-40B4-BE49-F238E27FC236}">
                      <a16:creationId xmlns:a16="http://schemas.microsoft.com/office/drawing/2014/main" id="{43C9306F-2C03-A2C8-4848-B619109DAA62}"/>
                    </a:ext>
                  </a:extLst>
                </p:cNvPr>
                <p:cNvPicPr>
                  <a:picLocks noChangeAspect="1"/>
                </p:cNvPicPr>
                <p:nvPr/>
              </p:nvPicPr>
              <p:blipFill rotWithShape="1">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rcRect l="10234" b="7938"/>
                <a:stretch/>
              </p:blipFill>
              <p:spPr>
                <a:xfrm>
                  <a:off x="24165170" y="15386915"/>
                  <a:ext cx="5323742" cy="5662134"/>
                </a:xfrm>
                <a:prstGeom prst="rect">
                  <a:avLst/>
                </a:prstGeom>
              </p:spPr>
            </p:pic>
            <p:sp>
              <p:nvSpPr>
                <p:cNvPr id="98" name="TextBox 97">
                  <a:extLst>
                    <a:ext uri="{FF2B5EF4-FFF2-40B4-BE49-F238E27FC236}">
                      <a16:creationId xmlns:a16="http://schemas.microsoft.com/office/drawing/2014/main" id="{DF1AC5B5-014D-8A7A-6881-70B646DCADDF}"/>
                    </a:ext>
                  </a:extLst>
                </p:cNvPr>
                <p:cNvSpPr txBox="1"/>
                <p:nvPr/>
              </p:nvSpPr>
              <p:spPr>
                <a:xfrm>
                  <a:off x="25887039" y="21058834"/>
                  <a:ext cx="957831" cy="616607"/>
                </a:xfrm>
                <a:prstGeom prst="rect">
                  <a:avLst/>
                </a:prstGeom>
                <a:noFill/>
              </p:spPr>
              <p:txBody>
                <a:bodyPr wrap="none" rtlCol="0">
                  <a:spAutoFit/>
                </a:bodyPr>
                <a:lstStyle/>
                <a:p>
                  <a:r>
                    <a:rPr lang="en-US" sz="4000" dirty="0"/>
                    <a:t>Age</a:t>
                  </a:r>
                </a:p>
              </p:txBody>
            </p:sp>
            <p:sp>
              <p:nvSpPr>
                <p:cNvPr id="99" name="TextBox 98">
                  <a:extLst>
                    <a:ext uri="{FF2B5EF4-FFF2-40B4-BE49-F238E27FC236}">
                      <a16:creationId xmlns:a16="http://schemas.microsoft.com/office/drawing/2014/main" id="{E01277E7-C84C-A41A-2386-24226DEDA212}"/>
                    </a:ext>
                  </a:extLst>
                </p:cNvPr>
                <p:cNvSpPr txBox="1"/>
                <p:nvPr/>
              </p:nvSpPr>
              <p:spPr>
                <a:xfrm rot="16200000">
                  <a:off x="22764974" y="18383871"/>
                  <a:ext cx="2322987" cy="407389"/>
                </a:xfrm>
                <a:prstGeom prst="rect">
                  <a:avLst/>
                </a:prstGeom>
                <a:noFill/>
              </p:spPr>
              <p:txBody>
                <a:bodyPr wrap="none" rtlCol="0">
                  <a:spAutoFit/>
                </a:bodyPr>
                <a:lstStyle/>
                <a:p>
                  <a:r>
                    <a:rPr lang="en-US" sz="1500" dirty="0"/>
                    <a:t>Reciprocate &gt; Defect</a:t>
                  </a:r>
                </a:p>
              </p:txBody>
            </p:sp>
          </p:grpSp>
        </p:grpSp>
        <p:sp>
          <p:nvSpPr>
            <p:cNvPr id="91" name="TextBox 90">
              <a:extLst>
                <a:ext uri="{FF2B5EF4-FFF2-40B4-BE49-F238E27FC236}">
                  <a16:creationId xmlns:a16="http://schemas.microsoft.com/office/drawing/2014/main" id="{72297617-5CA2-19EC-AC1C-E6A5EBEB3DA3}"/>
                </a:ext>
              </a:extLst>
            </p:cNvPr>
            <p:cNvSpPr txBox="1"/>
            <p:nvPr/>
          </p:nvSpPr>
          <p:spPr>
            <a:xfrm>
              <a:off x="23666606" y="16454726"/>
              <a:ext cx="569387" cy="369332"/>
            </a:xfrm>
            <a:prstGeom prst="rect">
              <a:avLst/>
            </a:prstGeom>
            <a:noFill/>
          </p:spPr>
          <p:txBody>
            <a:bodyPr wrap="none" rtlCol="0">
              <a:spAutoFit/>
            </a:bodyPr>
            <a:lstStyle/>
            <a:p>
              <a:r>
                <a:rPr lang="en-US" dirty="0"/>
                <a:t>400</a:t>
              </a:r>
            </a:p>
          </p:txBody>
        </p:sp>
        <p:sp>
          <p:nvSpPr>
            <p:cNvPr id="92" name="TextBox 91">
              <a:extLst>
                <a:ext uri="{FF2B5EF4-FFF2-40B4-BE49-F238E27FC236}">
                  <a16:creationId xmlns:a16="http://schemas.microsoft.com/office/drawing/2014/main" id="{76A708FA-10E2-460A-AE78-BE3AAF25F2B4}"/>
                </a:ext>
              </a:extLst>
            </p:cNvPr>
            <p:cNvSpPr txBox="1"/>
            <p:nvPr/>
          </p:nvSpPr>
          <p:spPr>
            <a:xfrm>
              <a:off x="23611670" y="20489922"/>
              <a:ext cx="646331" cy="369332"/>
            </a:xfrm>
            <a:prstGeom prst="rect">
              <a:avLst/>
            </a:prstGeom>
            <a:noFill/>
          </p:spPr>
          <p:txBody>
            <a:bodyPr wrap="none" rtlCol="0">
              <a:spAutoFit/>
            </a:bodyPr>
            <a:lstStyle/>
            <a:p>
              <a:r>
                <a:rPr lang="en-US" dirty="0"/>
                <a:t>-200</a:t>
              </a:r>
            </a:p>
          </p:txBody>
        </p:sp>
        <p:sp>
          <p:nvSpPr>
            <p:cNvPr id="93" name="TextBox 92">
              <a:extLst>
                <a:ext uri="{FF2B5EF4-FFF2-40B4-BE49-F238E27FC236}">
                  <a16:creationId xmlns:a16="http://schemas.microsoft.com/office/drawing/2014/main" id="{3D91668E-A7C9-DBD7-3DF8-EF6C30111537}"/>
                </a:ext>
              </a:extLst>
            </p:cNvPr>
            <p:cNvSpPr txBox="1"/>
            <p:nvPr/>
          </p:nvSpPr>
          <p:spPr>
            <a:xfrm>
              <a:off x="24150950" y="21022056"/>
              <a:ext cx="441146" cy="369332"/>
            </a:xfrm>
            <a:prstGeom prst="rect">
              <a:avLst/>
            </a:prstGeom>
            <a:noFill/>
          </p:spPr>
          <p:txBody>
            <a:bodyPr wrap="none" rtlCol="0">
              <a:spAutoFit/>
            </a:bodyPr>
            <a:lstStyle/>
            <a:p>
              <a:r>
                <a:rPr lang="en-US" dirty="0"/>
                <a:t>20</a:t>
              </a:r>
            </a:p>
          </p:txBody>
        </p:sp>
        <p:sp>
          <p:nvSpPr>
            <p:cNvPr id="94" name="TextBox 93">
              <a:extLst>
                <a:ext uri="{FF2B5EF4-FFF2-40B4-BE49-F238E27FC236}">
                  <a16:creationId xmlns:a16="http://schemas.microsoft.com/office/drawing/2014/main" id="{EC03A6CC-92ED-1BA3-D06A-54B62448CA2B}"/>
                </a:ext>
              </a:extLst>
            </p:cNvPr>
            <p:cNvSpPr txBox="1"/>
            <p:nvPr/>
          </p:nvSpPr>
          <p:spPr>
            <a:xfrm>
              <a:off x="27777018" y="21022056"/>
              <a:ext cx="441146" cy="369332"/>
            </a:xfrm>
            <a:prstGeom prst="rect">
              <a:avLst/>
            </a:prstGeom>
            <a:noFill/>
          </p:spPr>
          <p:txBody>
            <a:bodyPr wrap="none" rtlCol="0">
              <a:spAutoFit/>
            </a:bodyPr>
            <a:lstStyle/>
            <a:p>
              <a:r>
                <a:rPr lang="en-US" dirty="0"/>
                <a:t>60</a:t>
              </a:r>
            </a:p>
          </p:txBody>
        </p:sp>
      </p:grpSp>
      <p:grpSp>
        <p:nvGrpSpPr>
          <p:cNvPr id="100" name="Group 99">
            <a:extLst>
              <a:ext uri="{FF2B5EF4-FFF2-40B4-BE49-F238E27FC236}">
                <a16:creationId xmlns:a16="http://schemas.microsoft.com/office/drawing/2014/main" id="{1C529997-E613-6FA5-A7DF-DF57A82C0094}"/>
              </a:ext>
            </a:extLst>
          </p:cNvPr>
          <p:cNvGrpSpPr/>
          <p:nvPr/>
        </p:nvGrpSpPr>
        <p:grpSpPr>
          <a:xfrm>
            <a:off x="15648945" y="26169771"/>
            <a:ext cx="4327314" cy="4753042"/>
            <a:chOff x="16026704" y="24076052"/>
            <a:chExt cx="6621599" cy="6849922"/>
          </a:xfrm>
        </p:grpSpPr>
        <p:grpSp>
          <p:nvGrpSpPr>
            <p:cNvPr id="101" name="Group 100">
              <a:extLst>
                <a:ext uri="{FF2B5EF4-FFF2-40B4-BE49-F238E27FC236}">
                  <a16:creationId xmlns:a16="http://schemas.microsoft.com/office/drawing/2014/main" id="{C0CE68F0-AF14-6656-57CF-FFBB06F2924C}"/>
                </a:ext>
              </a:extLst>
            </p:cNvPr>
            <p:cNvGrpSpPr/>
            <p:nvPr/>
          </p:nvGrpSpPr>
          <p:grpSpPr>
            <a:xfrm>
              <a:off x="16651056" y="24076052"/>
              <a:ext cx="5997247" cy="6116146"/>
              <a:chOff x="16298215" y="23901746"/>
              <a:chExt cx="5444618" cy="5552561"/>
            </a:xfrm>
          </p:grpSpPr>
          <p:sp>
            <p:nvSpPr>
              <p:cNvPr id="108" name="Rectangle 107">
                <a:extLst>
                  <a:ext uri="{FF2B5EF4-FFF2-40B4-BE49-F238E27FC236}">
                    <a16:creationId xmlns:a16="http://schemas.microsoft.com/office/drawing/2014/main" id="{E765E8AC-BEF2-0C10-2C08-A7AA533B4CC4}"/>
                  </a:ext>
                </a:extLst>
              </p:cNvPr>
              <p:cNvSpPr/>
              <p:nvPr/>
            </p:nvSpPr>
            <p:spPr bwMode="auto">
              <a:xfrm>
                <a:off x="16404332" y="23901746"/>
                <a:ext cx="5338501" cy="5461150"/>
              </a:xfrm>
              <a:prstGeom prst="rect">
                <a:avLst/>
              </a:prstGeom>
              <a:solidFill>
                <a:schemeClr val="accent6">
                  <a:lumMod val="20000"/>
                  <a:lumOff val="80000"/>
                </a:schemeClr>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cs typeface="Arial" charset="0"/>
                </a:endParaRPr>
              </a:p>
            </p:txBody>
          </p:sp>
          <p:pic>
            <p:nvPicPr>
              <p:cNvPr id="109" name="Graphic 108">
                <a:extLst>
                  <a:ext uri="{FF2B5EF4-FFF2-40B4-BE49-F238E27FC236}">
                    <a16:creationId xmlns:a16="http://schemas.microsoft.com/office/drawing/2014/main" id="{F3F0E9D3-8D47-FE8D-3B18-3A8FE90E5C5F}"/>
                  </a:ext>
                </a:extLst>
              </p:cNvPr>
              <p:cNvPicPr>
                <a:picLocks noChangeAspect="1"/>
              </p:cNvPicPr>
              <p:nvPr/>
            </p:nvPicPr>
            <p:blipFill rotWithShape="1">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rcRect l="10756" t="6660" r="2865" b="7584"/>
              <a:stretch/>
            </p:blipFill>
            <p:spPr>
              <a:xfrm>
                <a:off x="16298215" y="23931518"/>
                <a:ext cx="5364158" cy="5522789"/>
              </a:xfrm>
              <a:prstGeom prst="rect">
                <a:avLst/>
              </a:prstGeom>
            </p:spPr>
          </p:pic>
        </p:grpSp>
        <p:sp>
          <p:nvSpPr>
            <p:cNvPr id="102" name="TextBox 101">
              <a:extLst>
                <a:ext uri="{FF2B5EF4-FFF2-40B4-BE49-F238E27FC236}">
                  <a16:creationId xmlns:a16="http://schemas.microsoft.com/office/drawing/2014/main" id="{7D665922-354B-5F7B-52DE-B5A9E06AF3C3}"/>
                </a:ext>
              </a:extLst>
            </p:cNvPr>
            <p:cNvSpPr txBox="1"/>
            <p:nvPr/>
          </p:nvSpPr>
          <p:spPr>
            <a:xfrm>
              <a:off x="18654011" y="30218088"/>
              <a:ext cx="1096775" cy="707886"/>
            </a:xfrm>
            <a:prstGeom prst="rect">
              <a:avLst/>
            </a:prstGeom>
            <a:noFill/>
          </p:spPr>
          <p:txBody>
            <a:bodyPr wrap="none" rtlCol="0">
              <a:spAutoFit/>
            </a:bodyPr>
            <a:lstStyle/>
            <a:p>
              <a:r>
                <a:rPr lang="en-US" sz="4000" dirty="0"/>
                <a:t>Age</a:t>
              </a:r>
            </a:p>
          </p:txBody>
        </p:sp>
        <p:sp>
          <p:nvSpPr>
            <p:cNvPr id="103" name="TextBox 102">
              <a:extLst>
                <a:ext uri="{FF2B5EF4-FFF2-40B4-BE49-F238E27FC236}">
                  <a16:creationId xmlns:a16="http://schemas.microsoft.com/office/drawing/2014/main" id="{8E4CE376-1456-3558-63EF-76F2B29FCC9C}"/>
                </a:ext>
              </a:extLst>
            </p:cNvPr>
            <p:cNvSpPr txBox="1"/>
            <p:nvPr/>
          </p:nvSpPr>
          <p:spPr>
            <a:xfrm rot="16200000">
              <a:off x="14608848" y="26568394"/>
              <a:ext cx="3420629" cy="553998"/>
            </a:xfrm>
            <a:prstGeom prst="rect">
              <a:avLst/>
            </a:prstGeom>
            <a:noFill/>
          </p:spPr>
          <p:txBody>
            <a:bodyPr wrap="square" rtlCol="0">
              <a:spAutoFit/>
            </a:bodyPr>
            <a:lstStyle/>
            <a:p>
              <a:pPr algn="ctr"/>
              <a:r>
                <a:rPr lang="en-US" sz="1500" dirty="0"/>
                <a:t>Friend (Reciprocate &gt; Defect) &gt; Stranger (Reciprocate &gt; Defect)</a:t>
              </a:r>
            </a:p>
          </p:txBody>
        </p:sp>
        <p:sp>
          <p:nvSpPr>
            <p:cNvPr id="104" name="TextBox 103">
              <a:extLst>
                <a:ext uri="{FF2B5EF4-FFF2-40B4-BE49-F238E27FC236}">
                  <a16:creationId xmlns:a16="http://schemas.microsoft.com/office/drawing/2014/main" id="{AE3A315D-C5AE-B382-C760-332506165832}"/>
                </a:ext>
              </a:extLst>
            </p:cNvPr>
            <p:cNvSpPr txBox="1"/>
            <p:nvPr/>
          </p:nvSpPr>
          <p:spPr>
            <a:xfrm>
              <a:off x="16115961" y="24411311"/>
              <a:ext cx="651983" cy="424006"/>
            </a:xfrm>
            <a:prstGeom prst="rect">
              <a:avLst/>
            </a:prstGeom>
            <a:noFill/>
          </p:spPr>
          <p:txBody>
            <a:bodyPr wrap="none" rtlCol="0">
              <a:spAutoFit/>
            </a:bodyPr>
            <a:lstStyle/>
            <a:p>
              <a:r>
                <a:rPr lang="en-US" dirty="0"/>
                <a:t>400</a:t>
              </a:r>
            </a:p>
          </p:txBody>
        </p:sp>
        <p:sp>
          <p:nvSpPr>
            <p:cNvPr id="105" name="TextBox 104">
              <a:extLst>
                <a:ext uri="{FF2B5EF4-FFF2-40B4-BE49-F238E27FC236}">
                  <a16:creationId xmlns:a16="http://schemas.microsoft.com/office/drawing/2014/main" id="{73A14E67-238A-82CF-0752-574EAE3C7987}"/>
                </a:ext>
              </a:extLst>
            </p:cNvPr>
            <p:cNvSpPr txBox="1"/>
            <p:nvPr/>
          </p:nvSpPr>
          <p:spPr>
            <a:xfrm>
              <a:off x="16026704" y="28875791"/>
              <a:ext cx="740088" cy="424006"/>
            </a:xfrm>
            <a:prstGeom prst="rect">
              <a:avLst/>
            </a:prstGeom>
            <a:noFill/>
          </p:spPr>
          <p:txBody>
            <a:bodyPr wrap="none" rtlCol="0">
              <a:spAutoFit/>
            </a:bodyPr>
            <a:lstStyle/>
            <a:p>
              <a:r>
                <a:rPr lang="en-US" dirty="0"/>
                <a:t>-200</a:t>
              </a:r>
            </a:p>
          </p:txBody>
        </p:sp>
        <p:sp>
          <p:nvSpPr>
            <p:cNvPr id="106" name="TextBox 105">
              <a:extLst>
                <a:ext uri="{FF2B5EF4-FFF2-40B4-BE49-F238E27FC236}">
                  <a16:creationId xmlns:a16="http://schemas.microsoft.com/office/drawing/2014/main" id="{E6A6E8B3-1BEE-12B6-2F1C-7AF1856CBDE9}"/>
                </a:ext>
              </a:extLst>
            </p:cNvPr>
            <p:cNvSpPr txBox="1"/>
            <p:nvPr/>
          </p:nvSpPr>
          <p:spPr>
            <a:xfrm>
              <a:off x="16666083" y="30175865"/>
              <a:ext cx="505139" cy="424006"/>
            </a:xfrm>
            <a:prstGeom prst="rect">
              <a:avLst/>
            </a:prstGeom>
            <a:noFill/>
          </p:spPr>
          <p:txBody>
            <a:bodyPr wrap="none" rtlCol="0">
              <a:spAutoFit/>
            </a:bodyPr>
            <a:lstStyle/>
            <a:p>
              <a:r>
                <a:rPr lang="en-US" dirty="0"/>
                <a:t>20</a:t>
              </a:r>
            </a:p>
          </p:txBody>
        </p:sp>
        <p:sp>
          <p:nvSpPr>
            <p:cNvPr id="107" name="TextBox 106">
              <a:extLst>
                <a:ext uri="{FF2B5EF4-FFF2-40B4-BE49-F238E27FC236}">
                  <a16:creationId xmlns:a16="http://schemas.microsoft.com/office/drawing/2014/main" id="{132BEBEC-04E3-AC3D-CE24-FB42999CD2B3}"/>
                </a:ext>
              </a:extLst>
            </p:cNvPr>
            <p:cNvSpPr txBox="1"/>
            <p:nvPr/>
          </p:nvSpPr>
          <p:spPr>
            <a:xfrm>
              <a:off x="20818152" y="30175865"/>
              <a:ext cx="505139" cy="424006"/>
            </a:xfrm>
            <a:prstGeom prst="rect">
              <a:avLst/>
            </a:prstGeom>
            <a:noFill/>
          </p:spPr>
          <p:txBody>
            <a:bodyPr wrap="none" rtlCol="0">
              <a:spAutoFit/>
            </a:bodyPr>
            <a:lstStyle/>
            <a:p>
              <a:r>
                <a:rPr lang="en-US" dirty="0"/>
                <a:t>60</a:t>
              </a:r>
            </a:p>
          </p:txBody>
        </p:sp>
      </p:grpSp>
      <p:grpSp>
        <p:nvGrpSpPr>
          <p:cNvPr id="110" name="Group 109">
            <a:extLst>
              <a:ext uri="{FF2B5EF4-FFF2-40B4-BE49-F238E27FC236}">
                <a16:creationId xmlns:a16="http://schemas.microsoft.com/office/drawing/2014/main" id="{2AD1EF36-AA4E-A44B-D919-824BBFDA4A0C}"/>
              </a:ext>
            </a:extLst>
          </p:cNvPr>
          <p:cNvGrpSpPr/>
          <p:nvPr/>
        </p:nvGrpSpPr>
        <p:grpSpPr>
          <a:xfrm>
            <a:off x="20253272" y="25944605"/>
            <a:ext cx="4649725" cy="5094016"/>
            <a:chOff x="23087465" y="23975816"/>
            <a:chExt cx="6623276" cy="7256145"/>
          </a:xfrm>
        </p:grpSpPr>
        <p:grpSp>
          <p:nvGrpSpPr>
            <p:cNvPr id="111" name="Group 110">
              <a:extLst>
                <a:ext uri="{FF2B5EF4-FFF2-40B4-BE49-F238E27FC236}">
                  <a16:creationId xmlns:a16="http://schemas.microsoft.com/office/drawing/2014/main" id="{1DEAB958-C111-9F02-623D-071183F50D19}"/>
                </a:ext>
              </a:extLst>
            </p:cNvPr>
            <p:cNvGrpSpPr/>
            <p:nvPr/>
          </p:nvGrpSpPr>
          <p:grpSpPr>
            <a:xfrm>
              <a:off x="23087465" y="23975816"/>
              <a:ext cx="6623276" cy="7256145"/>
              <a:chOff x="23087465" y="23975816"/>
              <a:chExt cx="6623276" cy="7256145"/>
            </a:xfrm>
          </p:grpSpPr>
          <p:grpSp>
            <p:nvGrpSpPr>
              <p:cNvPr id="113" name="Group 112">
                <a:extLst>
                  <a:ext uri="{FF2B5EF4-FFF2-40B4-BE49-F238E27FC236}">
                    <a16:creationId xmlns:a16="http://schemas.microsoft.com/office/drawing/2014/main" id="{8534103F-0EA0-62CC-7520-621D0FE2C856}"/>
                  </a:ext>
                </a:extLst>
              </p:cNvPr>
              <p:cNvGrpSpPr/>
              <p:nvPr/>
            </p:nvGrpSpPr>
            <p:grpSpPr>
              <a:xfrm>
                <a:off x="23723984" y="23975816"/>
                <a:ext cx="5986757" cy="6200049"/>
                <a:chOff x="22850799" y="23722813"/>
                <a:chExt cx="6404865" cy="6633053"/>
              </a:xfrm>
            </p:grpSpPr>
            <p:sp>
              <p:nvSpPr>
                <p:cNvPr id="119" name="Rectangle 118">
                  <a:extLst>
                    <a:ext uri="{FF2B5EF4-FFF2-40B4-BE49-F238E27FC236}">
                      <a16:creationId xmlns:a16="http://schemas.microsoft.com/office/drawing/2014/main" id="{08F19C4F-7188-5689-67D2-5A26E5430A88}"/>
                    </a:ext>
                  </a:extLst>
                </p:cNvPr>
                <p:cNvSpPr/>
                <p:nvPr/>
              </p:nvSpPr>
              <p:spPr bwMode="auto">
                <a:xfrm>
                  <a:off x="22910829" y="23794038"/>
                  <a:ext cx="6344835" cy="6490605"/>
                </a:xfrm>
                <a:prstGeom prst="rect">
                  <a:avLst/>
                </a:prstGeom>
                <a:solidFill>
                  <a:schemeClr val="accent6">
                    <a:lumMod val="20000"/>
                    <a:lumOff val="80000"/>
                  </a:schemeClr>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cs typeface="Arial" charset="0"/>
                  </a:endParaRPr>
                </a:p>
              </p:txBody>
            </p:sp>
            <p:pic>
              <p:nvPicPr>
                <p:cNvPr id="120" name="Graphic 119">
                  <a:extLst>
                    <a:ext uri="{FF2B5EF4-FFF2-40B4-BE49-F238E27FC236}">
                      <a16:creationId xmlns:a16="http://schemas.microsoft.com/office/drawing/2014/main" id="{939A497A-8EAF-4E1B-2E8E-15CA0621CBD2}"/>
                    </a:ext>
                  </a:extLst>
                </p:cNvPr>
                <p:cNvPicPr>
                  <a:picLocks noChangeAspect="1"/>
                </p:cNvPicPr>
                <p:nvPr/>
              </p:nvPicPr>
              <p:blipFill rotWithShape="1">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rcRect l="10991" t="5046" r="3126" b="7756"/>
                <a:stretch/>
              </p:blipFill>
              <p:spPr>
                <a:xfrm>
                  <a:off x="22850799" y="23722813"/>
                  <a:ext cx="6299716" cy="6633053"/>
                </a:xfrm>
                <a:prstGeom prst="rect">
                  <a:avLst/>
                </a:prstGeom>
              </p:spPr>
            </p:pic>
          </p:grpSp>
          <p:sp>
            <p:nvSpPr>
              <p:cNvPr id="114" name="TextBox 113">
                <a:extLst>
                  <a:ext uri="{FF2B5EF4-FFF2-40B4-BE49-F238E27FC236}">
                    <a16:creationId xmlns:a16="http://schemas.microsoft.com/office/drawing/2014/main" id="{3D1524EC-D92B-8FA3-D8A6-098201DDCA0F}"/>
                  </a:ext>
                </a:extLst>
              </p:cNvPr>
              <p:cNvSpPr txBox="1"/>
              <p:nvPr/>
            </p:nvSpPr>
            <p:spPr>
              <a:xfrm>
                <a:off x="25810593" y="30223616"/>
                <a:ext cx="2418355" cy="1008345"/>
              </a:xfrm>
              <a:prstGeom prst="rect">
                <a:avLst/>
              </a:prstGeom>
              <a:noFill/>
            </p:spPr>
            <p:txBody>
              <a:bodyPr wrap="square" rtlCol="0">
                <a:spAutoFit/>
              </a:bodyPr>
              <a:lstStyle/>
              <a:p>
                <a:r>
                  <a:rPr lang="en-US" sz="4000" dirty="0"/>
                  <a:t>Age</a:t>
                </a:r>
              </a:p>
            </p:txBody>
          </p:sp>
          <p:sp>
            <p:nvSpPr>
              <p:cNvPr id="115" name="TextBox 114">
                <a:extLst>
                  <a:ext uri="{FF2B5EF4-FFF2-40B4-BE49-F238E27FC236}">
                    <a16:creationId xmlns:a16="http://schemas.microsoft.com/office/drawing/2014/main" id="{0DC9BEAD-E103-68DA-5790-185983E037AD}"/>
                  </a:ext>
                </a:extLst>
              </p:cNvPr>
              <p:cNvSpPr txBox="1"/>
              <p:nvPr/>
            </p:nvSpPr>
            <p:spPr>
              <a:xfrm>
                <a:off x="23166754" y="24615337"/>
                <a:ext cx="651983" cy="369332"/>
              </a:xfrm>
              <a:prstGeom prst="rect">
                <a:avLst/>
              </a:prstGeom>
              <a:noFill/>
            </p:spPr>
            <p:txBody>
              <a:bodyPr wrap="square" rtlCol="0">
                <a:spAutoFit/>
              </a:bodyPr>
              <a:lstStyle/>
              <a:p>
                <a:r>
                  <a:rPr lang="en-US" dirty="0"/>
                  <a:t>400</a:t>
                </a:r>
              </a:p>
            </p:txBody>
          </p:sp>
          <p:sp>
            <p:nvSpPr>
              <p:cNvPr id="116" name="TextBox 115">
                <a:extLst>
                  <a:ext uri="{FF2B5EF4-FFF2-40B4-BE49-F238E27FC236}">
                    <a16:creationId xmlns:a16="http://schemas.microsoft.com/office/drawing/2014/main" id="{4EB83C2D-A0BE-8C30-A945-0F86106E2CDC}"/>
                  </a:ext>
                </a:extLst>
              </p:cNvPr>
              <p:cNvSpPr txBox="1"/>
              <p:nvPr/>
            </p:nvSpPr>
            <p:spPr>
              <a:xfrm>
                <a:off x="23087465" y="28711327"/>
                <a:ext cx="740088" cy="369332"/>
              </a:xfrm>
              <a:prstGeom prst="rect">
                <a:avLst/>
              </a:prstGeom>
              <a:noFill/>
            </p:spPr>
            <p:txBody>
              <a:bodyPr wrap="square" rtlCol="0">
                <a:spAutoFit/>
              </a:bodyPr>
              <a:lstStyle/>
              <a:p>
                <a:r>
                  <a:rPr lang="en-US" dirty="0"/>
                  <a:t>-200</a:t>
                </a:r>
              </a:p>
            </p:txBody>
          </p:sp>
          <p:sp>
            <p:nvSpPr>
              <p:cNvPr id="117" name="TextBox 116">
                <a:extLst>
                  <a:ext uri="{FF2B5EF4-FFF2-40B4-BE49-F238E27FC236}">
                    <a16:creationId xmlns:a16="http://schemas.microsoft.com/office/drawing/2014/main" id="{218FC39E-578D-0D68-C88D-76EE001D6E18}"/>
                  </a:ext>
                </a:extLst>
              </p:cNvPr>
              <p:cNvSpPr txBox="1"/>
              <p:nvPr/>
            </p:nvSpPr>
            <p:spPr>
              <a:xfrm>
                <a:off x="23822666" y="30181392"/>
                <a:ext cx="505139" cy="369332"/>
              </a:xfrm>
              <a:prstGeom prst="rect">
                <a:avLst/>
              </a:prstGeom>
              <a:noFill/>
            </p:spPr>
            <p:txBody>
              <a:bodyPr wrap="square" rtlCol="0">
                <a:spAutoFit/>
              </a:bodyPr>
              <a:lstStyle/>
              <a:p>
                <a:r>
                  <a:rPr lang="en-US" dirty="0"/>
                  <a:t>20</a:t>
                </a:r>
              </a:p>
            </p:txBody>
          </p:sp>
          <p:sp>
            <p:nvSpPr>
              <p:cNvPr id="118" name="TextBox 117">
                <a:extLst>
                  <a:ext uri="{FF2B5EF4-FFF2-40B4-BE49-F238E27FC236}">
                    <a16:creationId xmlns:a16="http://schemas.microsoft.com/office/drawing/2014/main" id="{DE6319DE-0316-C93F-9818-3984FE3B0383}"/>
                  </a:ext>
                </a:extLst>
              </p:cNvPr>
              <p:cNvSpPr txBox="1"/>
              <p:nvPr/>
            </p:nvSpPr>
            <p:spPr>
              <a:xfrm>
                <a:off x="27974735" y="30181392"/>
                <a:ext cx="505139" cy="369332"/>
              </a:xfrm>
              <a:prstGeom prst="rect">
                <a:avLst/>
              </a:prstGeom>
              <a:noFill/>
            </p:spPr>
            <p:txBody>
              <a:bodyPr wrap="square" rtlCol="0">
                <a:spAutoFit/>
              </a:bodyPr>
              <a:lstStyle/>
              <a:p>
                <a:r>
                  <a:rPr lang="en-US" dirty="0"/>
                  <a:t>60</a:t>
                </a:r>
              </a:p>
            </p:txBody>
          </p:sp>
        </p:grpSp>
        <p:sp>
          <p:nvSpPr>
            <p:cNvPr id="112" name="TextBox 111">
              <a:extLst>
                <a:ext uri="{FF2B5EF4-FFF2-40B4-BE49-F238E27FC236}">
                  <a16:creationId xmlns:a16="http://schemas.microsoft.com/office/drawing/2014/main" id="{C9F44120-45BB-E9BC-5BC4-EAAC98EBCF93}"/>
                </a:ext>
              </a:extLst>
            </p:cNvPr>
            <p:cNvSpPr txBox="1"/>
            <p:nvPr/>
          </p:nvSpPr>
          <p:spPr>
            <a:xfrm rot="16200000">
              <a:off x="21699109" y="26614219"/>
              <a:ext cx="3420629" cy="553998"/>
            </a:xfrm>
            <a:prstGeom prst="rect">
              <a:avLst/>
            </a:prstGeom>
            <a:noFill/>
          </p:spPr>
          <p:txBody>
            <a:bodyPr wrap="square" rtlCol="0">
              <a:spAutoFit/>
            </a:bodyPr>
            <a:lstStyle/>
            <a:p>
              <a:pPr algn="ctr"/>
              <a:r>
                <a:rPr lang="en-US" sz="1500" dirty="0"/>
                <a:t>Friend (Reciprocate &gt; Defect) &gt; Computer (Reciprocate &gt; Defect)</a:t>
              </a:r>
            </a:p>
          </p:txBody>
        </p:sp>
      </p:grpSp>
    </p:spTree>
    <p:extLst>
      <p:ext uri="{BB962C8B-B14F-4D97-AF65-F5344CB8AC3E}">
        <p14:creationId xmlns:p14="http://schemas.microsoft.com/office/powerpoint/2010/main" val="4037075217"/>
      </p:ext>
    </p:extLst>
  </p:cSld>
  <p:clrMapOvr>
    <a:masterClrMapping/>
  </p:clrMapOvr>
</p:sld>
</file>

<file path=ppt/theme/theme1.xml><?xml version="1.0" encoding="utf-8"?>
<a:theme xmlns:a="http://schemas.openxmlformats.org/drawingml/2006/main" name="Default Design">
  <a:themeElements>
    <a:clrScheme name="Default 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Default Design">
      <a:majorFont>
        <a:latin typeface="Arial"/>
        <a:ea typeface=""/>
        <a:cs typeface="Arial"/>
      </a:majorFont>
      <a:minorFont>
        <a:latin typeface="Arial"/>
        <a:ea typeface=""/>
        <a:cs typeface="Arial"/>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4389438" rtl="0" eaLnBrk="1" fontAlgn="base" latinLnBrk="0" hangingPunct="1">
          <a:lnSpc>
            <a:spcPct val="100000"/>
          </a:lnSpc>
          <a:spcBef>
            <a:spcPct val="0"/>
          </a:spcBef>
          <a:spcAft>
            <a:spcPct val="0"/>
          </a:spcAft>
          <a:buClrTx/>
          <a:buSzTx/>
          <a:buFontTx/>
          <a:buNone/>
          <a:tabLst/>
          <a:defRPr kumimoji="0" lang="en-US" sz="1800" b="0" i="0" u="none" strike="noStrike" cap="none" normalizeH="0" baseline="0" smtClean="0">
            <a:ln>
              <a:noFill/>
            </a:ln>
            <a:solidFill>
              <a:schemeClr val="tx1"/>
            </a:solidFill>
            <a:effectLst/>
            <a:latin typeface="Arial" charset="0"/>
            <a:cs typeface="Arial"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4389438" rtl="0" eaLnBrk="1" fontAlgn="base" latinLnBrk="0" hangingPunct="1">
          <a:lnSpc>
            <a:spcPct val="100000"/>
          </a:lnSpc>
          <a:spcBef>
            <a:spcPct val="0"/>
          </a:spcBef>
          <a:spcAft>
            <a:spcPct val="0"/>
          </a:spcAft>
          <a:buClrTx/>
          <a:buSzTx/>
          <a:buFontTx/>
          <a:buNone/>
          <a:tabLst/>
          <a:defRPr kumimoji="0" lang="en-US" sz="1800" b="0" i="0" u="none" strike="noStrike" cap="none" normalizeH="0" baseline="0" smtClean="0">
            <a:ln>
              <a:noFill/>
            </a:ln>
            <a:solidFill>
              <a:schemeClr val="tx1"/>
            </a:solidFill>
            <a:effectLst/>
            <a:latin typeface="Arial" charset="0"/>
            <a:cs typeface="Arial" charset="0"/>
          </a:defRPr>
        </a:defPPr>
      </a:lstStyle>
    </a:lnDef>
  </a:objectDefaults>
  <a:extraClrSchemeLst>
    <a:extraClrScheme>
      <a:clrScheme name="Default 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Default 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Default 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Default 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Default 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Default 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Default 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Default 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Default 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Default 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Default 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Default 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80DE0AC601CE7945A16C28BE7D604718" ma:contentTypeVersion="16" ma:contentTypeDescription="Create a new document." ma:contentTypeScope="" ma:versionID="7200742d51933ad5859751156d985908">
  <xsd:schema xmlns:xsd="http://www.w3.org/2001/XMLSchema" xmlns:xs="http://www.w3.org/2001/XMLSchema" xmlns:p="http://schemas.microsoft.com/office/2006/metadata/properties" xmlns:ns2="068132b6-27af-4cc5-9624-46e0bc309f9c" xmlns:ns3="1ec1d487-840c-40ff-aca1-00ff13008544" targetNamespace="http://schemas.microsoft.com/office/2006/metadata/properties" ma:root="true" ma:fieldsID="ef3bb859774f4d5f12e6e11e5f5551df" ns2:_="" ns3:_="">
    <xsd:import namespace="068132b6-27af-4cc5-9624-46e0bc309f9c"/>
    <xsd:import namespace="1ec1d487-840c-40ff-aca1-00ff1300854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MediaServiceLocation" minOccurs="0"/>
                <xsd:element ref="ns3:SharedWithUsers" minOccurs="0"/>
                <xsd:element ref="ns3:SharedWithDetails" minOccurs="0"/>
                <xsd:element ref="ns2:lcf76f155ced4ddcb4097134ff3c332f" minOccurs="0"/>
                <xsd:element ref="ns3:TaxCatchAll"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68132b6-27af-4cc5-9624-46e0bc309f9c"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LengthInSeconds" ma:index="13" nillable="true" ma:displayName="MediaLengthInSeconds" ma:hidden="true" ma:internalName="MediaLengthInSeconds" ma:readOnly="true">
      <xsd:simpleType>
        <xsd:restriction base="dms:Unknown"/>
      </xsd:simpleType>
    </xsd:element>
    <xsd:element name="MediaServiceAutoTags" ma:index="14" nillable="true" ma:displayName="Tags" ma:internalName="MediaServiceAutoTags"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Location" ma:index="18" nillable="true" ma:displayName="Location" ma:internalName="MediaServiceLocation" ma:readOnly="true">
      <xsd:simpleType>
        <xsd:restriction base="dms:Text"/>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46aeeafc-10b8-45d8-a1af-5ed376f9e159" ma:termSetId="09814cd3-568e-fe90-9814-8d621ff8fb84" ma:anchorId="fba54fb3-c3e1-fe81-a776-ca4b69148c4d" ma:open="tru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1ec1d487-840c-40ff-aca1-00ff13008544" elementFormDefault="qualified">
    <xsd:import namespace="http://schemas.microsoft.com/office/2006/documentManagement/types"/>
    <xsd:import namespace="http://schemas.microsoft.com/office/infopath/2007/PartnerControls"/>
    <xsd:element name="SharedWithUsers" ma:index="19"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0" nillable="true" ma:displayName="Shared With Details" ma:internalName="SharedWithDetails" ma:readOnly="true">
      <xsd:simpleType>
        <xsd:restriction base="dms:Note">
          <xsd:maxLength value="255"/>
        </xsd:restriction>
      </xsd:simpleType>
    </xsd:element>
    <xsd:element name="TaxCatchAll" ma:index="23" nillable="true" ma:displayName="Taxonomy Catch All Column" ma:hidden="true" ma:list="{7585dd9d-b35f-48e0-ab88-fcb6ff0e764c}" ma:internalName="TaxCatchAll" ma:showField="CatchAllData" ma:web="1ec1d487-840c-40ff-aca1-00ff1300854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5CAE7E8-1A3A-4A91-86FB-BA9E1762341A}">
  <ds:schemaRefs>
    <ds:schemaRef ds:uri="http://schemas.microsoft.com/sharepoint/v3/contenttype/forms"/>
  </ds:schemaRefs>
</ds:datastoreItem>
</file>

<file path=customXml/itemProps2.xml><?xml version="1.0" encoding="utf-8"?>
<ds:datastoreItem xmlns:ds="http://schemas.openxmlformats.org/officeDocument/2006/customXml" ds:itemID="{36138A07-987C-4A73-AAED-022482DDD0A4}">
  <ds:schemaRefs>
    <ds:schemaRef ds:uri="068132b6-27af-4cc5-9624-46e0bc309f9c"/>
    <ds:schemaRef ds:uri="1ec1d487-840c-40ff-aca1-00ff13008544"/>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emplate/>
  <TotalTime>15723</TotalTime>
  <Words>794</Words>
  <Application>Microsoft Macintosh PowerPoint</Application>
  <PresentationFormat>Custom</PresentationFormat>
  <Paragraphs>136</Paragraphs>
  <Slides>4</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vt:i4>
      </vt:variant>
    </vt:vector>
  </HeadingPairs>
  <TitlesOfParts>
    <vt:vector size="9" baseType="lpstr">
      <vt:lpstr>Arial</vt:lpstr>
      <vt:lpstr>Helvetica</vt:lpstr>
      <vt:lpstr>Slack-Lato</vt:lpstr>
      <vt:lpstr>Trebuchet MS</vt:lpstr>
      <vt:lpstr>Default Design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DVS</dc:creator>
  <cp:lastModifiedBy>Cooper Joseph Sharp</cp:lastModifiedBy>
  <cp:revision>27</cp:revision>
  <cp:lastPrinted>2018-05-07T13:24:31Z</cp:lastPrinted>
  <dcterms:created xsi:type="dcterms:W3CDTF">2007-10-30T17:33:32Z</dcterms:created>
  <dcterms:modified xsi:type="dcterms:W3CDTF">2023-11-09T20:35:49Z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Version">
    <vt:i4>1</vt:i4>
  </property>
</Properties>
</file>