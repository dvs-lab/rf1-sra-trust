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handoutMasterIdLst>
    <p:handoutMasterId r:id="rId11"/>
  </p:handoutMasterIdLst>
  <p:sldIdLst>
    <p:sldId id="256" r:id="rId4"/>
    <p:sldId id="263" r:id="rId5"/>
    <p:sldId id="257" r:id="rId6"/>
    <p:sldId id="262" r:id="rId7"/>
    <p:sldId id="260" r:id="rId8"/>
    <p:sldId id="261" r:id="rId9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8"/>
    <p:restoredTop sz="94648"/>
  </p:normalViewPr>
  <p:slideViewPr>
    <p:cSldViewPr snapToGrid="0">
      <p:cViewPr>
        <p:scale>
          <a:sx n="30" d="100"/>
          <a:sy n="30" d="100"/>
        </p:scale>
        <p:origin x="304" y="32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2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498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596" y="9947378"/>
              <a:ext cx="14639262" cy="178779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if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61910"/>
            <a:ext cx="7128218" cy="6316591"/>
            <a:chOff x="37564868" y="7096319"/>
            <a:chExt cx="5452955" cy="5130850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72212" y="7096319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637420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2153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93691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8890985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5932577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206766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6012194" y="23993601"/>
            <a:ext cx="5429343" cy="4910419"/>
            <a:chOff x="14636639" y="15406812"/>
            <a:chExt cx="7151031" cy="646888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228734" y="2110532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Helvetica"/>
                  <a:ea typeface="MS PGothic"/>
                </a:rPr>
                <a:t>VS</a:t>
              </a:r>
              <a:endParaRPr lang="en-US" sz="3200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33801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3200" dirty="0">
                  <a:latin typeface="Helvetica"/>
                  <a:ea typeface="MS PGothic"/>
                </a:rPr>
                <a:t>Y= 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2022; Cassidy et al., 2020).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5816008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97735" y="8562924"/>
              <a:ext cx="805531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7943587" y="8561101"/>
              <a:ext cx="1048955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99843" y="8562985"/>
              <a:ext cx="1183852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Computer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5567382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8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1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0318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25829" y="7128196"/>
            <a:ext cx="11585621" cy="6349248"/>
            <a:chOff x="30940769" y="6482142"/>
            <a:chExt cx="1158562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894661" cy="9736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dlPFC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0940769" y="6984044"/>
              <a:ext cx="42721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2800" dirty="0">
                  <a:latin typeface="Helvetica" pitchFamily="2" charset="0"/>
                </a:rPr>
                <a:t> Computer Defecting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51" y="294825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403921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938199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318658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46489" y="6863073"/>
            <a:ext cx="6554939" cy="5963480"/>
          </a:xfrm>
          <a:prstGeom prst="rect">
            <a:avLst/>
          </a:prstGeom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5" y="21572364"/>
            <a:ext cx="12914399" cy="265713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13968" y="15562632"/>
            <a:ext cx="11866195" cy="6632263"/>
            <a:chOff x="30862394" y="13704182"/>
            <a:chExt cx="11673248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991698" cy="1086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mPFC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0862394" y="14253639"/>
              <a:ext cx="48011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4078256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403997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D48B72-79AA-2C4A-8106-FEE9B29510DB}"/>
              </a:ext>
            </a:extLst>
          </p:cNvPr>
          <p:cNvSpPr txBox="1"/>
          <p:nvPr/>
        </p:nvSpPr>
        <p:spPr>
          <a:xfrm>
            <a:off x="20959218" y="13549230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-.21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A617A1E-C1F1-794A-A807-BBC21A37CDED}"/>
              </a:ext>
            </a:extLst>
          </p:cNvPr>
          <p:cNvSpPr txBox="1"/>
          <p:nvPr/>
        </p:nvSpPr>
        <p:spPr>
          <a:xfrm>
            <a:off x="28609845" y="5241364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-.03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99A54FF-CFDA-AA4D-9B63-2C0BC38C1F8A}"/>
              </a:ext>
            </a:extLst>
          </p:cNvPr>
          <p:cNvSpPr txBox="1"/>
          <p:nvPr/>
        </p:nvSpPr>
        <p:spPr>
          <a:xfrm>
            <a:off x="28570974" y="13544663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129937F-2145-7F4C-8C15-2C0DF8142096}"/>
              </a:ext>
            </a:extLst>
          </p:cNvPr>
          <p:cNvSpPr txBox="1"/>
          <p:nvPr/>
        </p:nvSpPr>
        <p:spPr>
          <a:xfrm>
            <a:off x="38860917" y="12726015"/>
            <a:ext cx="1464950" cy="899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9315D9-38A0-3949-8197-E825D70ED72C}"/>
              </a:ext>
            </a:extLst>
          </p:cNvPr>
          <p:cNvSpPr txBox="1"/>
          <p:nvPr/>
        </p:nvSpPr>
        <p:spPr>
          <a:xfrm>
            <a:off x="31554291" y="13490343"/>
            <a:ext cx="1082085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16103</TotalTime>
  <Words>1500</Words>
  <Application>Microsoft Macintosh PowerPoint</Application>
  <PresentationFormat>Custom</PresentationFormat>
  <Paragraphs>253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40</cp:revision>
  <cp:lastPrinted>2023-11-10T03:53:42Z</cp:lastPrinted>
  <dcterms:created xsi:type="dcterms:W3CDTF">2007-10-30T17:33:32Z</dcterms:created>
  <dcterms:modified xsi:type="dcterms:W3CDTF">2023-11-10T05:04:16Z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