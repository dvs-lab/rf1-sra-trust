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34"/>
    <p:restoredTop sz="94648"/>
  </p:normalViewPr>
  <p:slideViewPr>
    <p:cSldViewPr snapToGrid="0">
      <p:cViewPr>
        <p:scale>
          <a:sx n="26" d="100"/>
          <a:sy n="26" d="100"/>
        </p:scale>
        <p:origin x="464" y="48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9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15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640175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9969217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731" name="Group 15730">
            <a:extLst>
              <a:ext uri="{FF2B5EF4-FFF2-40B4-BE49-F238E27FC236}">
                <a16:creationId xmlns:a16="http://schemas.microsoft.com/office/drawing/2014/main" id="{06155C43-338B-1F84-917E-F663403BFB29}"/>
              </a:ext>
            </a:extLst>
          </p:cNvPr>
          <p:cNvGrpSpPr/>
          <p:nvPr/>
        </p:nvGrpSpPr>
        <p:grpSpPr>
          <a:xfrm>
            <a:off x="22124222" y="22377639"/>
            <a:ext cx="7775433" cy="8491864"/>
            <a:chOff x="22963078" y="15328939"/>
            <a:chExt cx="6820488" cy="7219447"/>
          </a:xfrm>
        </p:grpSpPr>
        <p:grpSp>
          <p:nvGrpSpPr>
            <p:cNvPr id="15637" name="Group 15636">
              <a:extLst>
                <a:ext uri="{FF2B5EF4-FFF2-40B4-BE49-F238E27FC236}">
                  <a16:creationId xmlns:a16="http://schemas.microsoft.com/office/drawing/2014/main" id="{3A2B419D-DEB8-5DE4-6994-E09E435EDE6A}"/>
                </a:ext>
              </a:extLst>
            </p:cNvPr>
            <p:cNvGrpSpPr/>
            <p:nvPr/>
          </p:nvGrpSpPr>
          <p:grpSpPr>
            <a:xfrm>
              <a:off x="22963078" y="15328939"/>
              <a:ext cx="6820488" cy="7219447"/>
              <a:chOff x="23532472" y="15386915"/>
              <a:chExt cx="5956440" cy="6288526"/>
            </a:xfrm>
          </p:grpSpPr>
          <p:grpSp>
            <p:nvGrpSpPr>
              <p:cNvPr id="15627" name="Group 15626">
                <a:extLst>
                  <a:ext uri="{FF2B5EF4-FFF2-40B4-BE49-F238E27FC236}">
                    <a16:creationId xmlns:a16="http://schemas.microsoft.com/office/drawing/2014/main" id="{06AA4FCA-34DA-E471-770A-8C935B50E788}"/>
                  </a:ext>
                </a:extLst>
              </p:cNvPr>
              <p:cNvGrpSpPr/>
              <p:nvPr/>
            </p:nvGrpSpPr>
            <p:grpSpPr>
              <a:xfrm>
                <a:off x="23684560" y="15386915"/>
                <a:ext cx="5804352" cy="6288526"/>
                <a:chOff x="23684560" y="15386915"/>
                <a:chExt cx="5804352" cy="6288526"/>
              </a:xfrm>
            </p:grpSpPr>
            <p:pic>
              <p:nvPicPr>
                <p:cNvPr id="15623" name="Graphic 15622">
                  <a:extLst>
                    <a:ext uri="{FF2B5EF4-FFF2-40B4-BE49-F238E27FC236}">
                      <a16:creationId xmlns:a16="http://schemas.microsoft.com/office/drawing/2014/main" id="{D58E3C64-D70B-D4DC-2B91-07C64E193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15625" name="TextBox 15624">
                  <a:extLst>
                    <a:ext uri="{FF2B5EF4-FFF2-40B4-BE49-F238E27FC236}">
                      <a16:creationId xmlns:a16="http://schemas.microsoft.com/office/drawing/2014/main" id="{7328C975-6B3E-4A8B-7D28-2CBF3C3AA243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5626" name="TextBox 15625">
                  <a:extLst>
                    <a:ext uri="{FF2B5EF4-FFF2-40B4-BE49-F238E27FC236}">
                      <a16:creationId xmlns:a16="http://schemas.microsoft.com/office/drawing/2014/main" id="{0741CC01-E666-6FF6-4DCF-5C0AEA54A228}"/>
                    </a:ext>
                  </a:extLst>
                </p:cNvPr>
                <p:cNvSpPr txBox="1"/>
                <p:nvPr/>
              </p:nvSpPr>
              <p:spPr>
                <a:xfrm rot="16200000">
                  <a:off x="22278692" y="18345658"/>
                  <a:ext cx="3295551" cy="4838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Reciprocate &gt; Defect</a:t>
                  </a:r>
                </a:p>
              </p:txBody>
            </p:sp>
          </p:grpSp>
          <p:sp>
            <p:nvSpPr>
              <p:cNvPr id="15632" name="TextBox 15631">
                <a:extLst>
                  <a:ext uri="{FF2B5EF4-FFF2-40B4-BE49-F238E27FC236}">
                    <a16:creationId xmlns:a16="http://schemas.microsoft.com/office/drawing/2014/main" id="{DB5643A6-0963-1889-743A-BE329E7DFA26}"/>
                  </a:ext>
                </a:extLst>
              </p:cNvPr>
              <p:cNvSpPr txBox="1"/>
              <p:nvPr/>
            </p:nvSpPr>
            <p:spPr>
              <a:xfrm>
                <a:off x="23532472" y="16411504"/>
                <a:ext cx="601964" cy="387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633" name="TextBox 15632">
                <a:extLst>
                  <a:ext uri="{FF2B5EF4-FFF2-40B4-BE49-F238E27FC236}">
                    <a16:creationId xmlns:a16="http://schemas.microsoft.com/office/drawing/2014/main" id="{F005320C-94E9-2CF4-6842-98DA1FA46221}"/>
                  </a:ext>
                </a:extLst>
              </p:cNvPr>
              <p:cNvSpPr txBox="1"/>
              <p:nvPr/>
            </p:nvSpPr>
            <p:spPr>
              <a:xfrm>
                <a:off x="23611670" y="20489922"/>
                <a:ext cx="694062" cy="387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634" name="TextBox 15633">
                <a:extLst>
                  <a:ext uri="{FF2B5EF4-FFF2-40B4-BE49-F238E27FC236}">
                    <a16:creationId xmlns:a16="http://schemas.microsoft.com/office/drawing/2014/main" id="{E721D839-B7EC-B05A-38DA-D9704D0EBA2E}"/>
                  </a:ext>
                </a:extLst>
              </p:cNvPr>
              <p:cNvSpPr txBox="1"/>
              <p:nvPr/>
            </p:nvSpPr>
            <p:spPr>
              <a:xfrm>
                <a:off x="24150950" y="21022056"/>
                <a:ext cx="448464" cy="387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635" name="TextBox 15634">
                <a:extLst>
                  <a:ext uri="{FF2B5EF4-FFF2-40B4-BE49-F238E27FC236}">
                    <a16:creationId xmlns:a16="http://schemas.microsoft.com/office/drawing/2014/main" id="{61C5ED5A-0A65-9C1A-0AC3-7712D59B3795}"/>
                  </a:ext>
                </a:extLst>
              </p:cNvPr>
              <p:cNvSpPr txBox="1"/>
              <p:nvPr/>
            </p:nvSpPr>
            <p:spPr>
              <a:xfrm>
                <a:off x="27777018" y="21022056"/>
                <a:ext cx="448464" cy="3874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60</a:t>
                </a:r>
              </a:p>
            </p:txBody>
          </p:sp>
        </p:grpSp>
        <p:sp>
          <p:nvSpPr>
            <p:cNvPr id="15730" name="Rectangle 15729">
              <a:extLst>
                <a:ext uri="{FF2B5EF4-FFF2-40B4-BE49-F238E27FC236}">
                  <a16:creationId xmlns:a16="http://schemas.microsoft.com/office/drawing/2014/main" id="{FDF15931-1516-DE49-340B-5A133AA95A93}"/>
                </a:ext>
              </a:extLst>
            </p:cNvPr>
            <p:cNvSpPr/>
            <p:nvPr/>
          </p:nvSpPr>
          <p:spPr bwMode="auto">
            <a:xfrm>
              <a:off x="23923841" y="15957914"/>
              <a:ext cx="5627696" cy="5591284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4EC582-60D1-2B41-B3B4-7BDF0B9C3848}"/>
              </a:ext>
            </a:extLst>
          </p:cNvPr>
          <p:cNvGrpSpPr/>
          <p:nvPr/>
        </p:nvGrpSpPr>
        <p:grpSpPr>
          <a:xfrm>
            <a:off x="35263511" y="11894668"/>
            <a:ext cx="7923930" cy="8561607"/>
            <a:chOff x="37324753" y="15097157"/>
            <a:chExt cx="6030525" cy="6738219"/>
          </a:xfrm>
        </p:grpSpPr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7324753" y="15097157"/>
              <a:ext cx="5956404" cy="6738219"/>
              <a:chOff x="37462544" y="15444990"/>
              <a:chExt cx="5956404" cy="6738219"/>
            </a:xfrm>
          </p:grpSpPr>
          <p:pic>
            <p:nvPicPr>
              <p:cNvPr id="15654" name="Graphic 15653">
                <a:extLst>
                  <a:ext uri="{FF2B5EF4-FFF2-40B4-BE49-F238E27FC236}">
                    <a16:creationId xmlns:a16="http://schemas.microsoft.com/office/drawing/2014/main" id="{10803621-C472-7ABD-EBF3-5EE9AE8C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l="12332" r="4359" b="8540"/>
              <a:stretch/>
            </p:blipFill>
            <p:spPr>
              <a:xfrm>
                <a:off x="38085758" y="15444990"/>
                <a:ext cx="5333190" cy="6071802"/>
              </a:xfrm>
              <a:prstGeom prst="rect">
                <a:avLst/>
              </a:prstGeom>
            </p:spPr>
          </p:pic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16370" y="16909110"/>
                <a:ext cx="598030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462544" y="20542022"/>
                <a:ext cx="689526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109468" y="21552103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1781537" y="21614547"/>
                <a:ext cx="445533" cy="4117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60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784621" y="21475323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sp>
          <p:nvSpPr>
            <p:cNvPr id="15736" name="Rectangle 15735">
              <a:extLst>
                <a:ext uri="{FF2B5EF4-FFF2-40B4-BE49-F238E27FC236}">
                  <a16:creationId xmlns:a16="http://schemas.microsoft.com/office/drawing/2014/main" id="{885157CA-2A93-73F2-A17C-8ACD95507E22}"/>
                </a:ext>
              </a:extLst>
            </p:cNvPr>
            <p:cNvSpPr/>
            <p:nvPr/>
          </p:nvSpPr>
          <p:spPr bwMode="auto">
            <a:xfrm>
              <a:off x="38024698" y="15618426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88" y="4514399"/>
            <a:ext cx="8025077" cy="7764103"/>
            <a:chOff x="37564868" y="5920531"/>
            <a:chExt cx="6139033" cy="6306638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601117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93086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1883268" y="11791390"/>
              <a:ext cx="447833" cy="4250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pic>
          <p:nvPicPr>
            <p:cNvPr id="15650" name="Graphic 15649">
              <a:extLst>
                <a:ext uri="{FF2B5EF4-FFF2-40B4-BE49-F238E27FC236}">
                  <a16:creationId xmlns:a16="http://schemas.microsoft.com/office/drawing/2014/main" id="{A066B4DE-396E-E58D-5D45-BFC7D72F81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0653" b="8997"/>
            <a:stretch/>
          </p:blipFill>
          <p:spPr>
            <a:xfrm>
              <a:off x="38145721" y="5920531"/>
              <a:ext cx="5558180" cy="5870860"/>
            </a:xfrm>
            <a:prstGeom prst="rect">
              <a:avLst/>
            </a:prstGeom>
          </p:spPr>
        </p:pic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37" name="Rectangle 15736">
              <a:extLst>
                <a:ext uri="{FF2B5EF4-FFF2-40B4-BE49-F238E27FC236}">
                  <a16:creationId xmlns:a16="http://schemas.microsoft.com/office/drawing/2014/main" id="{EEA0696C-64C6-F5A4-E63B-F257E6A68B97}"/>
                </a:ext>
              </a:extLst>
            </p:cNvPr>
            <p:cNvSpPr/>
            <p:nvPr/>
          </p:nvSpPr>
          <p:spPr bwMode="auto">
            <a:xfrm>
              <a:off x="38192920" y="6275932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669169"/>
            <a:ext cx="6689848" cy="6035275"/>
            <a:chOff x="23148115" y="5669169"/>
            <a:chExt cx="6689848" cy="6035275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124695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168341" y="10761280"/>
              <a:ext cx="5052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82493" y="5669169"/>
              <a:ext cx="3850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473332" y="1118122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252546" y="11147974"/>
              <a:ext cx="58541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70</a:t>
              </a:r>
            </a:p>
          </p:txBody>
        </p:sp>
      </p:grpSp>
      <p:pic>
        <p:nvPicPr>
          <p:cNvPr id="10" name="Graphic 9">
            <a:extLst>
              <a:ext uri="{FF2B5EF4-FFF2-40B4-BE49-F238E27FC236}">
                <a16:creationId xmlns:a16="http://schemas.microsoft.com/office/drawing/2014/main" id="{12C2420C-269D-5FD9-9793-4E8BAE4F2032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 l="14834" t="11264" r="3835" b="16585"/>
          <a:stretch/>
        </p:blipFill>
        <p:spPr>
          <a:xfrm>
            <a:off x="23673037" y="5663992"/>
            <a:ext cx="6460448" cy="552303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4A3383C0-EB4E-3413-FBA5-F6CDEFBB9A01}"/>
              </a:ext>
            </a:extLst>
          </p:cNvPr>
          <p:cNvGrpSpPr/>
          <p:nvPr/>
        </p:nvGrpSpPr>
        <p:grpSpPr>
          <a:xfrm>
            <a:off x="15661773" y="13603786"/>
            <a:ext cx="6919486" cy="5929306"/>
            <a:chOff x="15661774" y="13558986"/>
            <a:chExt cx="6906547" cy="606920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F1414F7-3E57-76CD-1C5A-70BE29BA366D}"/>
                </a:ext>
              </a:extLst>
            </p:cNvPr>
            <p:cNvGrpSpPr/>
            <p:nvPr/>
          </p:nvGrpSpPr>
          <p:grpSpPr>
            <a:xfrm>
              <a:off x="15661774" y="13571887"/>
              <a:ext cx="6773997" cy="6056304"/>
              <a:chOff x="15911046" y="13518455"/>
              <a:chExt cx="6773997" cy="6056304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9D692A7-4FAE-7F86-3669-63E5EB7B73B4}"/>
                  </a:ext>
                </a:extLst>
              </p:cNvPr>
              <p:cNvSpPr txBox="1"/>
              <p:nvPr/>
            </p:nvSpPr>
            <p:spPr>
              <a:xfrm>
                <a:off x="15959557" y="13518455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35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6D13B2-263D-82AD-D27A-9146F541402C}"/>
                  </a:ext>
                </a:extLst>
              </p:cNvPr>
              <p:cNvSpPr txBox="1"/>
              <p:nvPr/>
            </p:nvSpPr>
            <p:spPr>
              <a:xfrm>
                <a:off x="16163859" y="18593433"/>
                <a:ext cx="3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B573673-D070-01BC-38C0-015CC202624E}"/>
                  </a:ext>
                </a:extLst>
              </p:cNvPr>
              <p:cNvSpPr txBox="1"/>
              <p:nvPr/>
            </p:nvSpPr>
            <p:spPr>
              <a:xfrm rot="16200000">
                <a:off x="15411230" y="15931050"/>
                <a:ext cx="155363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OAFEM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A56891-1EA7-63D6-781A-F4B314CA5404}"/>
                  </a:ext>
                </a:extLst>
              </p:cNvPr>
              <p:cNvSpPr txBox="1"/>
              <p:nvPr/>
            </p:nvSpPr>
            <p:spPr>
              <a:xfrm>
                <a:off x="19201039" y="19020761"/>
                <a:ext cx="86754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1D0DA85-42B5-2604-1257-444398E49E78}"/>
                  </a:ext>
                </a:extLst>
              </p:cNvPr>
              <p:cNvSpPr txBox="1"/>
              <p:nvPr/>
            </p:nvSpPr>
            <p:spPr>
              <a:xfrm>
                <a:off x="16382370" y="19025256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09160B-2F6C-BA84-02F1-D80F287E78AE}"/>
                  </a:ext>
                </a:extLst>
              </p:cNvPr>
              <p:cNvSpPr txBox="1"/>
              <p:nvPr/>
            </p:nvSpPr>
            <p:spPr>
              <a:xfrm>
                <a:off x="22100721" y="19026172"/>
                <a:ext cx="584322" cy="5355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1A809AB7-5523-3F9D-6316-37B2E64951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rcRect l="14908" t="13111" r="4415" b="16123"/>
            <a:stretch/>
          </p:blipFill>
          <p:spPr>
            <a:xfrm>
              <a:off x="16243525" y="13558986"/>
              <a:ext cx="6324796" cy="5570606"/>
            </a:xfrm>
            <a:prstGeom prst="rect">
              <a:avLst/>
            </a:prstGeom>
          </p:spPr>
        </p:pic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B558AD3-6D79-9D59-B5C7-87060424114B}"/>
              </a:ext>
            </a:extLst>
          </p:cNvPr>
          <p:cNvGrpSpPr/>
          <p:nvPr/>
        </p:nvGrpSpPr>
        <p:grpSpPr>
          <a:xfrm>
            <a:off x="22990138" y="13459226"/>
            <a:ext cx="6933598" cy="6118831"/>
            <a:chOff x="22987347" y="13324694"/>
            <a:chExt cx="7224823" cy="624617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BDD7E15-33CB-E293-2CA9-95B8CCDF48ED}"/>
                </a:ext>
              </a:extLst>
            </p:cNvPr>
            <p:cNvGrpSpPr/>
            <p:nvPr/>
          </p:nvGrpSpPr>
          <p:grpSpPr>
            <a:xfrm>
              <a:off x="22987347" y="13324694"/>
              <a:ext cx="7043889" cy="6246177"/>
              <a:chOff x="22987347" y="13324694"/>
              <a:chExt cx="7043889" cy="6246177"/>
            </a:xfrm>
          </p:grpSpPr>
          <p:grpSp>
            <p:nvGrpSpPr>
              <p:cNvPr id="15583" name="Group 15582">
                <a:extLst>
                  <a:ext uri="{FF2B5EF4-FFF2-40B4-BE49-F238E27FC236}">
                    <a16:creationId xmlns:a16="http://schemas.microsoft.com/office/drawing/2014/main" id="{81424957-973F-2BA6-23A6-71C1377BD2AF}"/>
                  </a:ext>
                </a:extLst>
              </p:cNvPr>
              <p:cNvGrpSpPr/>
              <p:nvPr/>
            </p:nvGrpSpPr>
            <p:grpSpPr>
              <a:xfrm>
                <a:off x="22987347" y="13324694"/>
                <a:ext cx="1390631" cy="6163871"/>
                <a:chOff x="23198455" y="5142184"/>
                <a:chExt cx="1086711" cy="5298947"/>
              </a:xfrm>
            </p:grpSpPr>
            <p:sp>
              <p:nvSpPr>
                <p:cNvPr id="15575" name="TextBox 15574">
                  <a:extLst>
                    <a:ext uri="{FF2B5EF4-FFF2-40B4-BE49-F238E27FC236}">
                      <a16:creationId xmlns:a16="http://schemas.microsoft.com/office/drawing/2014/main" id="{136D78E5-71EA-17ED-91C9-F9CCADA262FF}"/>
                    </a:ext>
                  </a:extLst>
                </p:cNvPr>
                <p:cNvSpPr txBox="1"/>
                <p:nvPr/>
              </p:nvSpPr>
              <p:spPr>
                <a:xfrm rot="16200000">
                  <a:off x="20765443" y="7575196"/>
                  <a:ext cx="5298947" cy="4329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Sharing with Friend –With Stranger</a:t>
                  </a:r>
                </a:p>
              </p:txBody>
            </p:sp>
            <p:sp>
              <p:nvSpPr>
                <p:cNvPr id="15576" name="TextBox 15575">
                  <a:extLst>
                    <a:ext uri="{FF2B5EF4-FFF2-40B4-BE49-F238E27FC236}">
                      <a16:creationId xmlns:a16="http://schemas.microsoft.com/office/drawing/2014/main" id="{7E602785-88A0-0942-659B-9A750B46996F}"/>
                    </a:ext>
                  </a:extLst>
                </p:cNvPr>
                <p:cNvSpPr txBox="1"/>
                <p:nvPr/>
              </p:nvSpPr>
              <p:spPr>
                <a:xfrm>
                  <a:off x="23603500" y="9027547"/>
                  <a:ext cx="411426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-2</a:t>
                  </a:r>
                </a:p>
              </p:txBody>
            </p:sp>
            <p:sp>
              <p:nvSpPr>
                <p:cNvPr id="15577" name="TextBox 15576">
                  <a:extLst>
                    <a:ext uri="{FF2B5EF4-FFF2-40B4-BE49-F238E27FC236}">
                      <a16:creationId xmlns:a16="http://schemas.microsoft.com/office/drawing/2014/main" id="{44C014BB-4057-CE6F-8488-5075607DFC5B}"/>
                    </a:ext>
                  </a:extLst>
                </p:cNvPr>
                <p:cNvSpPr txBox="1"/>
                <p:nvPr/>
              </p:nvSpPr>
              <p:spPr>
                <a:xfrm>
                  <a:off x="23684874" y="6227047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</a:t>
                  </a:r>
                </a:p>
              </p:txBody>
            </p:sp>
            <p:sp>
              <p:nvSpPr>
                <p:cNvPr id="15578" name="TextBox 15577">
                  <a:extLst>
                    <a:ext uri="{FF2B5EF4-FFF2-40B4-BE49-F238E27FC236}">
                      <a16:creationId xmlns:a16="http://schemas.microsoft.com/office/drawing/2014/main" id="{7FC9F9D2-B5EE-482C-7F35-E7345B0CA197}"/>
                    </a:ext>
                  </a:extLst>
                </p:cNvPr>
                <p:cNvSpPr txBox="1"/>
                <p:nvPr/>
              </p:nvSpPr>
              <p:spPr>
                <a:xfrm>
                  <a:off x="23666269" y="7641535"/>
                  <a:ext cx="31353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0</a:t>
                  </a:r>
                </a:p>
              </p:txBody>
            </p:sp>
            <p:sp>
              <p:nvSpPr>
                <p:cNvPr id="15579" name="TextBox 15578">
                  <a:extLst>
                    <a:ext uri="{FF2B5EF4-FFF2-40B4-BE49-F238E27FC236}">
                      <a16:creationId xmlns:a16="http://schemas.microsoft.com/office/drawing/2014/main" id="{115532EB-4683-39F0-80DC-27E22F24AA20}"/>
                    </a:ext>
                  </a:extLst>
                </p:cNvPr>
                <p:cNvSpPr txBox="1"/>
                <p:nvPr/>
              </p:nvSpPr>
              <p:spPr>
                <a:xfrm>
                  <a:off x="23808476" y="9971676"/>
                  <a:ext cx="476690" cy="45916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dirty="0"/>
                    <a:t>20</a:t>
                  </a:r>
                </a:p>
              </p:txBody>
            </p:sp>
          </p:grp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971FA06-90F6-38D8-E376-EAC7F8F86D37}"/>
                  </a:ext>
                </a:extLst>
              </p:cNvPr>
              <p:cNvSpPr txBox="1"/>
              <p:nvPr/>
            </p:nvSpPr>
            <p:spPr>
              <a:xfrm>
                <a:off x="26534606" y="19016872"/>
                <a:ext cx="867545" cy="553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Age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A8551F-72DA-08BF-83FF-D876E48BD6C0}"/>
                  </a:ext>
                </a:extLst>
              </p:cNvPr>
              <p:cNvSpPr txBox="1"/>
              <p:nvPr/>
            </p:nvSpPr>
            <p:spPr>
              <a:xfrm>
                <a:off x="29421230" y="18968549"/>
                <a:ext cx="610006" cy="534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70</a:t>
                </a:r>
              </a:p>
            </p:txBody>
          </p:sp>
        </p:grp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4A483E63-A410-7026-10D0-0FAC305E54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 l="15691" t="11081" r="4694" b="15428"/>
            <a:stretch/>
          </p:blipFill>
          <p:spPr>
            <a:xfrm>
              <a:off x="23952013" y="13459237"/>
              <a:ext cx="6260157" cy="5568490"/>
            </a:xfrm>
            <a:prstGeom prst="rect">
              <a:avLst/>
            </a:prstGeom>
          </p:spPr>
        </p:pic>
      </p:grp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15944</TotalTime>
  <Words>740</Words>
  <Application>Microsoft Macintosh PowerPoint</Application>
  <PresentationFormat>Custom</PresentationFormat>
  <Paragraphs>135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33</cp:revision>
  <cp:lastPrinted>2018-05-07T13:24:31Z</cp:lastPrinted>
  <dcterms:created xsi:type="dcterms:W3CDTF">2007-10-30T17:33:32Z</dcterms:created>
  <dcterms:modified xsi:type="dcterms:W3CDTF">2023-11-10T00:31:26Z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